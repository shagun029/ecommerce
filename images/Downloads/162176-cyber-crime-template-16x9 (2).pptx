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Default Extension="svg" ContentType="image/svg+xml"/>
  <Override PartName="/ppt/diagrams/drawing2.xml" ContentType="application/vnd.ms-office.drawingml.diagramDrawin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quickStyle2.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Default Extension="wav" ContentType="audio/x-wav"/>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udio/unknown"/>
  <Default Extension="png" ContentType="image/png"/>
  <Override PartName="/ppt/notesSlides/notesSlide1.xml" ContentType="application/vnd.openxmlformats-officedocument.presentationml.notesSlide+xml"/>
  <Override PartName="/ppt/diagrams/colors2.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1"/>
  </p:notesMasterIdLst>
  <p:sldIdLst>
    <p:sldId id="256" r:id="rId2"/>
    <p:sldId id="259" r:id="rId3"/>
    <p:sldId id="261" r:id="rId4"/>
    <p:sldId id="262" r:id="rId5"/>
    <p:sldId id="263" r:id="rId6"/>
    <p:sldId id="264" r:id="rId7"/>
    <p:sldId id="265" r:id="rId8"/>
    <p:sldId id="266" r:id="rId9"/>
    <p:sldId id="267" r:id="rId1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6C1A00"/>
    <a:srgbClr val="D47A02"/>
    <a:srgbClr val="5EEC3C"/>
    <a:srgbClr val="E6B254"/>
    <a:srgbClr val="BF7E37"/>
    <a:srgbClr val="1D3A00"/>
    <a:srgbClr val="E39A39"/>
    <a:srgbClr val="FE9202"/>
    <a:srgbClr val="007033"/>
    <a:srgbClr val="E7FF0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p:restoredTop sz="95033" autoAdjust="0"/>
  </p:normalViewPr>
  <p:slideViewPr>
    <p:cSldViewPr>
      <p:cViewPr varScale="1">
        <p:scale>
          <a:sx n="118" d="100"/>
          <a:sy n="118" d="100"/>
        </p:scale>
        <p:origin x="-418" y="-67"/>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 Id="rId4"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21.png"/><Relationship Id="rId1" Type="http://schemas.openxmlformats.org/officeDocument/2006/relationships/image" Target="../media/image111.png"/><Relationship Id="rId4" Type="http://schemas.openxmlformats.org/officeDocument/2006/relationships/image" Target="../media/image141.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7859CF-8757-4532-94AC-80442D294792}" type="doc">
      <dgm:prSet loTypeId="urn:microsoft.com/office/officeart/2005/8/layout/pList2#1" loCatId="list" qsTypeId="urn:microsoft.com/office/officeart/2005/8/quickstyle/simple4" qsCatId="simple" csTypeId="urn:microsoft.com/office/officeart/2005/8/colors/accent2_2" csCatId="accent2" phldr="1"/>
      <dgm:spPr/>
    </dgm:pt>
    <dgm:pt modelId="{A91901F3-D85C-40B8-8E3E-46B9A098C360}">
      <dgm:prSet phldrT="[Text]" custT="1"/>
      <dgm:spPr/>
      <dgm:t>
        <a:bodyPr/>
        <a:lstStyle/>
        <a:p>
          <a:pPr algn="l"/>
          <a:r>
            <a:rPr lang="en-IN" sz="1100" b="1" i="0" dirty="0"/>
            <a:t>Turn on Multifactor Authentication </a:t>
          </a:r>
          <a:r>
            <a:rPr lang="en-US" sz="800" dirty="0">
              <a:latin typeface="+mj-lt"/>
            </a:rPr>
            <a:t>Implement multifactor authentication on your accounts and make it significantly less likely you’ll get hacked.</a:t>
          </a:r>
          <a:endParaRPr lang="en-IN" sz="1100" b="1" dirty="0">
            <a:latin typeface="+mj-lt"/>
          </a:endParaRPr>
        </a:p>
      </dgm:t>
    </dgm:pt>
    <dgm:pt modelId="{6D785C01-F5A3-49E0-91DF-1AF80746D022}" type="parTrans" cxnId="{9CD09900-88AA-47A5-A8F4-C412BF137150}">
      <dgm:prSet/>
      <dgm:spPr/>
      <dgm:t>
        <a:bodyPr/>
        <a:lstStyle/>
        <a:p>
          <a:endParaRPr lang="en-IN"/>
        </a:p>
      </dgm:t>
    </dgm:pt>
    <dgm:pt modelId="{BF943C66-FBDF-4211-8B5E-C69CF9A70048}" type="sibTrans" cxnId="{9CD09900-88AA-47A5-A8F4-C412BF137150}">
      <dgm:prSet/>
      <dgm:spPr/>
      <dgm:t>
        <a:bodyPr/>
        <a:lstStyle/>
        <a:p>
          <a:endParaRPr lang="en-IN"/>
        </a:p>
      </dgm:t>
    </dgm:pt>
    <dgm:pt modelId="{B7F08F57-4027-4B52-8F06-91A5D8F40FF0}">
      <dgm:prSet phldrT="[Text]" custT="1"/>
      <dgm:spPr/>
      <dgm:t>
        <a:bodyPr/>
        <a:lstStyle/>
        <a:p>
          <a:pPr algn="l"/>
          <a:r>
            <a:rPr lang="en-IN" sz="1200" b="1" i="0" dirty="0"/>
            <a:t>Update Your Software </a:t>
          </a:r>
          <a:r>
            <a:rPr lang="en-US" sz="1000" b="0" i="0" dirty="0"/>
            <a:t>Update your software. In fact, turn on automatic updates.  </a:t>
          </a:r>
          <a:endParaRPr lang="en-IN" sz="1200" b="1" dirty="0"/>
        </a:p>
      </dgm:t>
    </dgm:pt>
    <dgm:pt modelId="{5E612779-AC7D-4067-AE18-8D3E116A8B5C}" type="parTrans" cxnId="{ACEF7EE4-EE7A-4211-B86B-6E39667E25E2}">
      <dgm:prSet/>
      <dgm:spPr/>
      <dgm:t>
        <a:bodyPr/>
        <a:lstStyle/>
        <a:p>
          <a:endParaRPr lang="en-IN"/>
        </a:p>
      </dgm:t>
    </dgm:pt>
    <dgm:pt modelId="{7ABF7BCD-2EDF-4A4F-8B20-F521E2875DF4}" type="sibTrans" cxnId="{ACEF7EE4-EE7A-4211-B86B-6E39667E25E2}">
      <dgm:prSet/>
      <dgm:spPr/>
      <dgm:t>
        <a:bodyPr/>
        <a:lstStyle/>
        <a:p>
          <a:endParaRPr lang="en-IN"/>
        </a:p>
      </dgm:t>
    </dgm:pt>
    <dgm:pt modelId="{15F0B7F6-C3BD-4EE3-B8F9-55C92790A5CD}">
      <dgm:prSet phldrT="[Text]" custT="1"/>
      <dgm:spPr/>
      <dgm:t>
        <a:bodyPr/>
        <a:lstStyle/>
        <a:p>
          <a:pPr algn="l"/>
          <a:r>
            <a:rPr lang="en-IN" sz="1200" b="1" i="0" dirty="0"/>
            <a:t>Think Before You Click </a:t>
          </a:r>
        </a:p>
        <a:p>
          <a:pPr algn="l"/>
          <a:r>
            <a:rPr lang="en-US" sz="1000" b="0" i="0" dirty="0"/>
            <a:t>Think before you click. More than 90% of successful cyber-attacks start with a phishing email</a:t>
          </a:r>
          <a:r>
            <a:rPr lang="en-US" sz="1050" b="0" i="0" dirty="0"/>
            <a:t>. </a:t>
          </a:r>
          <a:endParaRPr lang="en-IN" sz="1100" b="1" dirty="0"/>
        </a:p>
      </dgm:t>
    </dgm:pt>
    <dgm:pt modelId="{639647E4-EF30-4C6E-A79C-7295A9BDE3A2}" type="parTrans" cxnId="{846A4648-061A-4C94-9B7D-EDA841024E2A}">
      <dgm:prSet/>
      <dgm:spPr/>
      <dgm:t>
        <a:bodyPr/>
        <a:lstStyle/>
        <a:p>
          <a:endParaRPr lang="en-IN"/>
        </a:p>
      </dgm:t>
    </dgm:pt>
    <dgm:pt modelId="{599BDE27-C5E7-40D5-BAF4-739547BD7DB1}" type="sibTrans" cxnId="{846A4648-061A-4C94-9B7D-EDA841024E2A}">
      <dgm:prSet/>
      <dgm:spPr/>
      <dgm:t>
        <a:bodyPr/>
        <a:lstStyle/>
        <a:p>
          <a:endParaRPr lang="en-IN"/>
        </a:p>
      </dgm:t>
    </dgm:pt>
    <dgm:pt modelId="{E8958D4D-E639-4D7F-ACB7-CB8164F1B664}">
      <dgm:prSet custT="1"/>
      <dgm:spPr/>
      <dgm:t>
        <a:bodyPr/>
        <a:lstStyle/>
        <a:p>
          <a:pPr algn="l"/>
          <a:r>
            <a:rPr lang="en-IN" sz="1400" b="1" i="0" dirty="0"/>
            <a:t>Use Strong Passwords </a:t>
          </a:r>
          <a:r>
            <a:rPr lang="en-US" sz="1400" b="0" i="0" dirty="0"/>
            <a:t>Use strong </a:t>
          </a:r>
          <a:r>
            <a:rPr lang="en-US" sz="900" b="0" i="0" dirty="0"/>
            <a:t>passwords, and ideally a password manager to generate and store unique passwords. </a:t>
          </a:r>
          <a:endParaRPr lang="en-US" sz="1400" b="1" i="0" dirty="0"/>
        </a:p>
      </dgm:t>
    </dgm:pt>
    <dgm:pt modelId="{65D152DF-6D35-4316-9667-EF66A6D97E74}" type="parTrans" cxnId="{3FE4C317-6204-40E2-AB39-EE9F8D1F958E}">
      <dgm:prSet/>
      <dgm:spPr/>
      <dgm:t>
        <a:bodyPr/>
        <a:lstStyle/>
        <a:p>
          <a:endParaRPr lang="en-IN"/>
        </a:p>
      </dgm:t>
    </dgm:pt>
    <dgm:pt modelId="{FDB36B6B-EC94-4748-B79F-693356D4E385}" type="sibTrans" cxnId="{3FE4C317-6204-40E2-AB39-EE9F8D1F958E}">
      <dgm:prSet/>
      <dgm:spPr/>
      <dgm:t>
        <a:bodyPr/>
        <a:lstStyle/>
        <a:p>
          <a:endParaRPr lang="en-IN"/>
        </a:p>
      </dgm:t>
    </dgm:pt>
    <dgm:pt modelId="{B27113E7-309A-44C7-B69F-769393E6EEC8}" type="pres">
      <dgm:prSet presAssocID="{767859CF-8757-4532-94AC-80442D294792}" presName="Name0" presStyleCnt="0">
        <dgm:presLayoutVars>
          <dgm:dir/>
          <dgm:resizeHandles val="exact"/>
        </dgm:presLayoutVars>
      </dgm:prSet>
      <dgm:spPr/>
    </dgm:pt>
    <dgm:pt modelId="{D9F2EF2F-2AC3-468A-A579-B046E73E77FD}" type="pres">
      <dgm:prSet presAssocID="{767859CF-8757-4532-94AC-80442D294792}" presName="bkgdShp" presStyleLbl="alignAccFollowNode1" presStyleIdx="0" presStyleCnt="1" custLinFactNeighborX="2384" custLinFactNeighborY="-12636"/>
      <dgm:spPr/>
    </dgm:pt>
    <dgm:pt modelId="{C3E50D5A-1888-4476-903D-30D0850438B6}" type="pres">
      <dgm:prSet presAssocID="{767859CF-8757-4532-94AC-80442D294792}" presName="linComp" presStyleCnt="0"/>
      <dgm:spPr/>
    </dgm:pt>
    <dgm:pt modelId="{FEE7C65C-046B-476E-B067-6C568671A7B7}" type="pres">
      <dgm:prSet presAssocID="{A91901F3-D85C-40B8-8E3E-46B9A098C360}" presName="compNode" presStyleCnt="0"/>
      <dgm:spPr/>
    </dgm:pt>
    <dgm:pt modelId="{7234FA19-888B-4A78-94A3-316FA7B1EB51}" type="pres">
      <dgm:prSet presAssocID="{A91901F3-D85C-40B8-8E3E-46B9A098C360}" presName="node" presStyleLbl="node1" presStyleIdx="0" presStyleCnt="4">
        <dgm:presLayoutVars>
          <dgm:bulletEnabled val="1"/>
        </dgm:presLayoutVars>
      </dgm:prSet>
      <dgm:spPr/>
      <dgm:t>
        <a:bodyPr/>
        <a:lstStyle/>
        <a:p>
          <a:endParaRPr lang="en-US"/>
        </a:p>
      </dgm:t>
    </dgm:pt>
    <dgm:pt modelId="{45566625-D886-4A9D-A479-E70585E0C6F3}" type="pres">
      <dgm:prSet presAssocID="{A91901F3-D85C-40B8-8E3E-46B9A098C360}" presName="invisiNode" presStyleLbl="node1" presStyleIdx="0" presStyleCnt="4"/>
      <dgm:spPr/>
    </dgm:pt>
    <dgm:pt modelId="{364F2541-536A-441B-9440-0C72C849DE0E}" type="pres">
      <dgm:prSet presAssocID="{A91901F3-D85C-40B8-8E3E-46B9A098C360}" presName="imagNode" presStyleLbl="fgImgPlace1" presStyleIdx="0" presStyleCnt="4"/>
      <dgm:spPr>
        <a:blipFill>
          <a:blip xmlns:r="http://schemas.openxmlformats.org/officeDocument/2006/relationships" r:embed="rId1"/>
          <a:srcRect/>
          <a:stretch>
            <a:fillRect l="-5000" r="-5000"/>
          </a:stretch>
        </a:blipFill>
      </dgm:spPr>
    </dgm:pt>
    <dgm:pt modelId="{9E1E87BC-C8C5-444A-99FF-363A1822EF92}" type="pres">
      <dgm:prSet presAssocID="{BF943C66-FBDF-4211-8B5E-C69CF9A70048}" presName="sibTrans" presStyleLbl="sibTrans2D1" presStyleIdx="0" presStyleCnt="0"/>
      <dgm:spPr/>
      <dgm:t>
        <a:bodyPr/>
        <a:lstStyle/>
        <a:p>
          <a:endParaRPr lang="en-US"/>
        </a:p>
      </dgm:t>
    </dgm:pt>
    <dgm:pt modelId="{24FB5ED5-0E2E-49C2-9D02-3733ADF413FC}" type="pres">
      <dgm:prSet presAssocID="{E8958D4D-E639-4D7F-ACB7-CB8164F1B664}" presName="compNode" presStyleCnt="0"/>
      <dgm:spPr/>
    </dgm:pt>
    <dgm:pt modelId="{D6437C3E-3EC6-42DB-9D0E-3611E5A3EB0A}" type="pres">
      <dgm:prSet presAssocID="{E8958D4D-E639-4D7F-ACB7-CB8164F1B664}" presName="node" presStyleLbl="node1" presStyleIdx="1" presStyleCnt="4">
        <dgm:presLayoutVars>
          <dgm:bulletEnabled val="1"/>
        </dgm:presLayoutVars>
      </dgm:prSet>
      <dgm:spPr/>
      <dgm:t>
        <a:bodyPr/>
        <a:lstStyle/>
        <a:p>
          <a:endParaRPr lang="en-US"/>
        </a:p>
      </dgm:t>
    </dgm:pt>
    <dgm:pt modelId="{E4BBB43B-E7E1-4E74-8289-2A79E3D79648}" type="pres">
      <dgm:prSet presAssocID="{E8958D4D-E639-4D7F-ACB7-CB8164F1B664}" presName="invisiNode" presStyleLbl="node1" presStyleIdx="1" presStyleCnt="4"/>
      <dgm:spPr/>
    </dgm:pt>
    <dgm:pt modelId="{D1BAAFF8-5E7D-4A6E-A8A5-909379BF95D6}" type="pres">
      <dgm:prSet presAssocID="{E8958D4D-E639-4D7F-ACB7-CB8164F1B664}" presName="imagNode" presStyleLbl="fgImgPlace1" presStyleIdx="1" presStyleCnt="4"/>
      <dgm:spPr>
        <a:blipFill>
          <a:blip xmlns:r="http://schemas.openxmlformats.org/officeDocument/2006/relationships" r:embed="rId2"/>
          <a:srcRect/>
          <a:stretch>
            <a:fillRect l="-24000" r="-24000"/>
          </a:stretch>
        </a:blipFill>
      </dgm:spPr>
    </dgm:pt>
    <dgm:pt modelId="{794AAFD1-ADD1-425C-B983-082C87BCF0A5}" type="pres">
      <dgm:prSet presAssocID="{FDB36B6B-EC94-4748-B79F-693356D4E385}" presName="sibTrans" presStyleLbl="sibTrans2D1" presStyleIdx="0" presStyleCnt="0"/>
      <dgm:spPr/>
      <dgm:t>
        <a:bodyPr/>
        <a:lstStyle/>
        <a:p>
          <a:endParaRPr lang="en-US"/>
        </a:p>
      </dgm:t>
    </dgm:pt>
    <dgm:pt modelId="{A4F51A6C-B5FC-4EC0-BA5D-F9EF8E39F9BA}" type="pres">
      <dgm:prSet presAssocID="{B7F08F57-4027-4B52-8F06-91A5D8F40FF0}" presName="compNode" presStyleCnt="0"/>
      <dgm:spPr/>
    </dgm:pt>
    <dgm:pt modelId="{2B6D612E-B6BC-4934-AFC6-DB5369DA9691}" type="pres">
      <dgm:prSet presAssocID="{B7F08F57-4027-4B52-8F06-91A5D8F40FF0}" presName="node" presStyleLbl="node1" presStyleIdx="2" presStyleCnt="4">
        <dgm:presLayoutVars>
          <dgm:bulletEnabled val="1"/>
        </dgm:presLayoutVars>
      </dgm:prSet>
      <dgm:spPr/>
      <dgm:t>
        <a:bodyPr/>
        <a:lstStyle/>
        <a:p>
          <a:endParaRPr lang="en-US"/>
        </a:p>
      </dgm:t>
    </dgm:pt>
    <dgm:pt modelId="{8065B953-34CE-4375-B900-F10C17C9F905}" type="pres">
      <dgm:prSet presAssocID="{B7F08F57-4027-4B52-8F06-91A5D8F40FF0}" presName="invisiNode" presStyleLbl="node1" presStyleIdx="2" presStyleCnt="4"/>
      <dgm:spPr/>
    </dgm:pt>
    <dgm:pt modelId="{7B4BC1B0-6625-43A1-8A11-1BE5D3AC0F56}" type="pres">
      <dgm:prSet presAssocID="{B7F08F57-4027-4B52-8F06-91A5D8F40FF0}" presName="imagNode" presStyleLbl="fgImgPlace1" presStyleIdx="2" presStyleCnt="4" custLinFactNeighborX="1539" custLinFactNeighborY="-1347"/>
      <dgm:spPr>
        <a:blipFill>
          <a:blip xmlns:r="http://schemas.openxmlformats.org/officeDocument/2006/relationships" r:embed="rId3"/>
          <a:srcRect/>
          <a:stretch>
            <a:fillRect l="-5000" r="-5000"/>
          </a:stretch>
        </a:blipFill>
      </dgm:spPr>
    </dgm:pt>
    <dgm:pt modelId="{6A797B71-3709-4492-90CE-1156848646C2}" type="pres">
      <dgm:prSet presAssocID="{7ABF7BCD-2EDF-4A4F-8B20-F521E2875DF4}" presName="sibTrans" presStyleLbl="sibTrans2D1" presStyleIdx="0" presStyleCnt="0"/>
      <dgm:spPr/>
      <dgm:t>
        <a:bodyPr/>
        <a:lstStyle/>
        <a:p>
          <a:endParaRPr lang="en-US"/>
        </a:p>
      </dgm:t>
    </dgm:pt>
    <dgm:pt modelId="{9CFFB6DE-2CCE-4EA0-B1D3-551A37E5C17B}" type="pres">
      <dgm:prSet presAssocID="{15F0B7F6-C3BD-4EE3-B8F9-55C92790A5CD}" presName="compNode" presStyleCnt="0"/>
      <dgm:spPr/>
    </dgm:pt>
    <dgm:pt modelId="{AFD8DE79-3E44-4987-8872-909B08765A63}" type="pres">
      <dgm:prSet presAssocID="{15F0B7F6-C3BD-4EE3-B8F9-55C92790A5CD}" presName="node" presStyleLbl="node1" presStyleIdx="3" presStyleCnt="4">
        <dgm:presLayoutVars>
          <dgm:bulletEnabled val="1"/>
        </dgm:presLayoutVars>
      </dgm:prSet>
      <dgm:spPr/>
      <dgm:t>
        <a:bodyPr/>
        <a:lstStyle/>
        <a:p>
          <a:endParaRPr lang="en-US"/>
        </a:p>
      </dgm:t>
    </dgm:pt>
    <dgm:pt modelId="{530E9370-9B6D-45E6-A747-761395391081}" type="pres">
      <dgm:prSet presAssocID="{15F0B7F6-C3BD-4EE3-B8F9-55C92790A5CD}" presName="invisiNode" presStyleLbl="node1" presStyleIdx="3" presStyleCnt="4"/>
      <dgm:spPr/>
    </dgm:pt>
    <dgm:pt modelId="{CFA17F53-846B-4C00-B3C8-3949B06090CA}" type="pres">
      <dgm:prSet presAssocID="{15F0B7F6-C3BD-4EE3-B8F9-55C92790A5CD}" presName="imagNode" presStyleLbl="fgImgPlace1" presStyleIdx="3" presStyleCnt="4"/>
      <dgm:spPr>
        <a:blipFill>
          <a:blip xmlns:r="http://schemas.openxmlformats.org/officeDocument/2006/relationships" r:embed="rId4"/>
          <a:srcRect/>
          <a:stretch>
            <a:fillRect l="-5000" r="-5000"/>
          </a:stretch>
        </a:blipFill>
      </dgm:spPr>
    </dgm:pt>
  </dgm:ptLst>
  <dgm:cxnLst>
    <dgm:cxn modelId="{55D98ECA-629B-43AF-9427-19B98E2B974E}" type="presOf" srcId="{767859CF-8757-4532-94AC-80442D294792}" destId="{B27113E7-309A-44C7-B69F-769393E6EEC8}" srcOrd="0" destOrd="0" presId="urn:microsoft.com/office/officeart/2005/8/layout/pList2#1"/>
    <dgm:cxn modelId="{ACEF7EE4-EE7A-4211-B86B-6E39667E25E2}" srcId="{767859CF-8757-4532-94AC-80442D294792}" destId="{B7F08F57-4027-4B52-8F06-91A5D8F40FF0}" srcOrd="2" destOrd="0" parTransId="{5E612779-AC7D-4067-AE18-8D3E116A8B5C}" sibTransId="{7ABF7BCD-2EDF-4A4F-8B20-F521E2875DF4}"/>
    <dgm:cxn modelId="{9CD09900-88AA-47A5-A8F4-C412BF137150}" srcId="{767859CF-8757-4532-94AC-80442D294792}" destId="{A91901F3-D85C-40B8-8E3E-46B9A098C360}" srcOrd="0" destOrd="0" parTransId="{6D785C01-F5A3-49E0-91DF-1AF80746D022}" sibTransId="{BF943C66-FBDF-4211-8B5E-C69CF9A70048}"/>
    <dgm:cxn modelId="{F4B4D5B2-1915-4529-8114-0776B9480C4E}" type="presOf" srcId="{7ABF7BCD-2EDF-4A4F-8B20-F521E2875DF4}" destId="{6A797B71-3709-4492-90CE-1156848646C2}" srcOrd="0" destOrd="0" presId="urn:microsoft.com/office/officeart/2005/8/layout/pList2#1"/>
    <dgm:cxn modelId="{96D7979E-ECD5-4931-B62C-EC629C554DDB}" type="presOf" srcId="{15F0B7F6-C3BD-4EE3-B8F9-55C92790A5CD}" destId="{AFD8DE79-3E44-4987-8872-909B08765A63}" srcOrd="0" destOrd="0" presId="urn:microsoft.com/office/officeart/2005/8/layout/pList2#1"/>
    <dgm:cxn modelId="{142CC327-2392-4253-85CB-7648CB3E9AF6}" type="presOf" srcId="{FDB36B6B-EC94-4748-B79F-693356D4E385}" destId="{794AAFD1-ADD1-425C-B983-082C87BCF0A5}" srcOrd="0" destOrd="0" presId="urn:microsoft.com/office/officeart/2005/8/layout/pList2#1"/>
    <dgm:cxn modelId="{49F8535A-ECE1-4B23-BD8B-1C0CA3FB259C}" type="presOf" srcId="{A91901F3-D85C-40B8-8E3E-46B9A098C360}" destId="{7234FA19-888B-4A78-94A3-316FA7B1EB51}" srcOrd="0" destOrd="0" presId="urn:microsoft.com/office/officeart/2005/8/layout/pList2#1"/>
    <dgm:cxn modelId="{EB02E018-2C02-430C-B21A-6DCB1AC1503E}" type="presOf" srcId="{E8958D4D-E639-4D7F-ACB7-CB8164F1B664}" destId="{D6437C3E-3EC6-42DB-9D0E-3611E5A3EB0A}" srcOrd="0" destOrd="0" presId="urn:microsoft.com/office/officeart/2005/8/layout/pList2#1"/>
    <dgm:cxn modelId="{3FE4C317-6204-40E2-AB39-EE9F8D1F958E}" srcId="{767859CF-8757-4532-94AC-80442D294792}" destId="{E8958D4D-E639-4D7F-ACB7-CB8164F1B664}" srcOrd="1" destOrd="0" parTransId="{65D152DF-6D35-4316-9667-EF66A6D97E74}" sibTransId="{FDB36B6B-EC94-4748-B79F-693356D4E385}"/>
    <dgm:cxn modelId="{846A4648-061A-4C94-9B7D-EDA841024E2A}" srcId="{767859CF-8757-4532-94AC-80442D294792}" destId="{15F0B7F6-C3BD-4EE3-B8F9-55C92790A5CD}" srcOrd="3" destOrd="0" parTransId="{639647E4-EF30-4C6E-A79C-7295A9BDE3A2}" sibTransId="{599BDE27-C5E7-40D5-BAF4-739547BD7DB1}"/>
    <dgm:cxn modelId="{FA5B4D96-9BE5-49F9-A398-FE59453D9DCF}" type="presOf" srcId="{B7F08F57-4027-4B52-8F06-91A5D8F40FF0}" destId="{2B6D612E-B6BC-4934-AFC6-DB5369DA9691}" srcOrd="0" destOrd="0" presId="urn:microsoft.com/office/officeart/2005/8/layout/pList2#1"/>
    <dgm:cxn modelId="{0CB42F73-492C-402C-B0A4-5233CFEF18A9}" type="presOf" srcId="{BF943C66-FBDF-4211-8B5E-C69CF9A70048}" destId="{9E1E87BC-C8C5-444A-99FF-363A1822EF92}" srcOrd="0" destOrd="0" presId="urn:microsoft.com/office/officeart/2005/8/layout/pList2#1"/>
    <dgm:cxn modelId="{A0AB7F6E-9DA4-4812-BC4A-C943B4598B53}" type="presParOf" srcId="{B27113E7-309A-44C7-B69F-769393E6EEC8}" destId="{D9F2EF2F-2AC3-468A-A579-B046E73E77FD}" srcOrd="0" destOrd="0" presId="urn:microsoft.com/office/officeart/2005/8/layout/pList2#1"/>
    <dgm:cxn modelId="{CB6466E2-181B-4FD7-9427-265F054D336E}" type="presParOf" srcId="{B27113E7-309A-44C7-B69F-769393E6EEC8}" destId="{C3E50D5A-1888-4476-903D-30D0850438B6}" srcOrd="1" destOrd="0" presId="urn:microsoft.com/office/officeart/2005/8/layout/pList2#1"/>
    <dgm:cxn modelId="{F08C2EF5-3E46-4CB6-B3C3-9565B50D4518}" type="presParOf" srcId="{C3E50D5A-1888-4476-903D-30D0850438B6}" destId="{FEE7C65C-046B-476E-B067-6C568671A7B7}" srcOrd="0" destOrd="0" presId="urn:microsoft.com/office/officeart/2005/8/layout/pList2#1"/>
    <dgm:cxn modelId="{F7A72E12-B989-46F6-A626-AB241894882F}" type="presParOf" srcId="{FEE7C65C-046B-476E-B067-6C568671A7B7}" destId="{7234FA19-888B-4A78-94A3-316FA7B1EB51}" srcOrd="0" destOrd="0" presId="urn:microsoft.com/office/officeart/2005/8/layout/pList2#1"/>
    <dgm:cxn modelId="{4054CB10-93FF-42A9-A82A-D434A093E2BF}" type="presParOf" srcId="{FEE7C65C-046B-476E-B067-6C568671A7B7}" destId="{45566625-D886-4A9D-A479-E70585E0C6F3}" srcOrd="1" destOrd="0" presId="urn:microsoft.com/office/officeart/2005/8/layout/pList2#1"/>
    <dgm:cxn modelId="{77820F0D-F0B1-4325-9F11-68D97C346FC8}" type="presParOf" srcId="{FEE7C65C-046B-476E-B067-6C568671A7B7}" destId="{364F2541-536A-441B-9440-0C72C849DE0E}" srcOrd="2" destOrd="0" presId="urn:microsoft.com/office/officeart/2005/8/layout/pList2#1"/>
    <dgm:cxn modelId="{BF38E6E6-AE92-482C-A550-6E7C0C57C9C0}" type="presParOf" srcId="{C3E50D5A-1888-4476-903D-30D0850438B6}" destId="{9E1E87BC-C8C5-444A-99FF-363A1822EF92}" srcOrd="1" destOrd="0" presId="urn:microsoft.com/office/officeart/2005/8/layout/pList2#1"/>
    <dgm:cxn modelId="{67974BCF-F51C-49A1-9E59-D6B95356F6FD}" type="presParOf" srcId="{C3E50D5A-1888-4476-903D-30D0850438B6}" destId="{24FB5ED5-0E2E-49C2-9D02-3733ADF413FC}" srcOrd="2" destOrd="0" presId="urn:microsoft.com/office/officeart/2005/8/layout/pList2#1"/>
    <dgm:cxn modelId="{C17D0270-10EC-4794-96BD-03601B841029}" type="presParOf" srcId="{24FB5ED5-0E2E-49C2-9D02-3733ADF413FC}" destId="{D6437C3E-3EC6-42DB-9D0E-3611E5A3EB0A}" srcOrd="0" destOrd="0" presId="urn:microsoft.com/office/officeart/2005/8/layout/pList2#1"/>
    <dgm:cxn modelId="{EE3BE6F0-2596-40EF-8966-7CAECB2C14C0}" type="presParOf" srcId="{24FB5ED5-0E2E-49C2-9D02-3733ADF413FC}" destId="{E4BBB43B-E7E1-4E74-8289-2A79E3D79648}" srcOrd="1" destOrd="0" presId="urn:microsoft.com/office/officeart/2005/8/layout/pList2#1"/>
    <dgm:cxn modelId="{C23B6A1A-2C2A-4EF2-BFD8-CD5FF8205296}" type="presParOf" srcId="{24FB5ED5-0E2E-49C2-9D02-3733ADF413FC}" destId="{D1BAAFF8-5E7D-4A6E-A8A5-909379BF95D6}" srcOrd="2" destOrd="0" presId="urn:microsoft.com/office/officeart/2005/8/layout/pList2#1"/>
    <dgm:cxn modelId="{E4305CE6-9E5C-4D42-8BAD-36425F80C654}" type="presParOf" srcId="{C3E50D5A-1888-4476-903D-30D0850438B6}" destId="{794AAFD1-ADD1-425C-B983-082C87BCF0A5}" srcOrd="3" destOrd="0" presId="urn:microsoft.com/office/officeart/2005/8/layout/pList2#1"/>
    <dgm:cxn modelId="{8DED947C-7181-4A80-A2F0-DCF69FBAB103}" type="presParOf" srcId="{C3E50D5A-1888-4476-903D-30D0850438B6}" destId="{A4F51A6C-B5FC-4EC0-BA5D-F9EF8E39F9BA}" srcOrd="4" destOrd="0" presId="urn:microsoft.com/office/officeart/2005/8/layout/pList2#1"/>
    <dgm:cxn modelId="{BD1D13E1-85AF-4724-8597-D3B76C87DC2E}" type="presParOf" srcId="{A4F51A6C-B5FC-4EC0-BA5D-F9EF8E39F9BA}" destId="{2B6D612E-B6BC-4934-AFC6-DB5369DA9691}" srcOrd="0" destOrd="0" presId="urn:microsoft.com/office/officeart/2005/8/layout/pList2#1"/>
    <dgm:cxn modelId="{97E8D8B9-0557-4B95-A169-F9DF792B5A6F}" type="presParOf" srcId="{A4F51A6C-B5FC-4EC0-BA5D-F9EF8E39F9BA}" destId="{8065B953-34CE-4375-B900-F10C17C9F905}" srcOrd="1" destOrd="0" presId="urn:microsoft.com/office/officeart/2005/8/layout/pList2#1"/>
    <dgm:cxn modelId="{7F01FF5E-5B00-46DF-8F1F-B82365C6CDD4}" type="presParOf" srcId="{A4F51A6C-B5FC-4EC0-BA5D-F9EF8E39F9BA}" destId="{7B4BC1B0-6625-43A1-8A11-1BE5D3AC0F56}" srcOrd="2" destOrd="0" presId="urn:microsoft.com/office/officeart/2005/8/layout/pList2#1"/>
    <dgm:cxn modelId="{BEEA29D5-8413-49F1-A590-A41993163C82}" type="presParOf" srcId="{C3E50D5A-1888-4476-903D-30D0850438B6}" destId="{6A797B71-3709-4492-90CE-1156848646C2}" srcOrd="5" destOrd="0" presId="urn:microsoft.com/office/officeart/2005/8/layout/pList2#1"/>
    <dgm:cxn modelId="{32DC3CBD-8142-445E-A540-83732223FEA3}" type="presParOf" srcId="{C3E50D5A-1888-4476-903D-30D0850438B6}" destId="{9CFFB6DE-2CCE-4EA0-B1D3-551A37E5C17B}" srcOrd="6" destOrd="0" presId="urn:microsoft.com/office/officeart/2005/8/layout/pList2#1"/>
    <dgm:cxn modelId="{B7CC4908-A7C0-44CA-AA43-5A12E5B387AF}" type="presParOf" srcId="{9CFFB6DE-2CCE-4EA0-B1D3-551A37E5C17B}" destId="{AFD8DE79-3E44-4987-8872-909B08765A63}" srcOrd="0" destOrd="0" presId="urn:microsoft.com/office/officeart/2005/8/layout/pList2#1"/>
    <dgm:cxn modelId="{0E262BA0-6F63-4E6F-86D7-D0D4BF818BDE}" type="presParOf" srcId="{9CFFB6DE-2CCE-4EA0-B1D3-551A37E5C17B}" destId="{530E9370-9B6D-45E6-A747-761395391081}" srcOrd="1" destOrd="0" presId="urn:microsoft.com/office/officeart/2005/8/layout/pList2#1"/>
    <dgm:cxn modelId="{DDFEFE5B-7C9D-43A6-9580-CC01EB196FFD}" type="presParOf" srcId="{9CFFB6DE-2CCE-4EA0-B1D3-551A37E5C17B}" destId="{CFA17F53-846B-4C00-B3C8-3949B06090CA}" srcOrd="2" destOrd="0" presId="urn:microsoft.com/office/officeart/2005/8/layout/pList2#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EEA58B-6B71-4A0A-85AF-FBFA9BA7574A}" type="doc">
      <dgm:prSet loTypeId="urn:microsoft.com/office/officeart/2005/8/layout/pyramid2" loCatId="pyramid" qsTypeId="urn:microsoft.com/office/officeart/2005/8/quickstyle/simple1" qsCatId="simple" csTypeId="urn:microsoft.com/office/officeart/2005/8/colors/accent1_2" csCatId="accent1"/>
      <dgm:spPr/>
      <dgm:t>
        <a:bodyPr/>
        <a:lstStyle/>
        <a:p>
          <a:endParaRPr lang="en-IN"/>
        </a:p>
      </dgm:t>
    </dgm:pt>
    <dgm:pt modelId="{74607E1D-8D7F-46F3-887B-20ACD659A582}">
      <dgm:prSet/>
      <dgm:spPr/>
      <dgm:t>
        <a:bodyPr/>
        <a:lstStyle/>
        <a:p>
          <a:r>
            <a:rPr lang="en-IN" dirty="0"/>
            <a:t>Protection of Sensitive Data</a:t>
          </a:r>
        </a:p>
      </dgm:t>
    </dgm:pt>
    <dgm:pt modelId="{5DDD27CF-5118-4797-9EEB-4D030AF8B369}" type="parTrans" cxnId="{A753B7F2-A4DB-4DF2-BEC1-66721EF59484}">
      <dgm:prSet/>
      <dgm:spPr/>
      <dgm:t>
        <a:bodyPr/>
        <a:lstStyle/>
        <a:p>
          <a:endParaRPr lang="en-IN"/>
        </a:p>
      </dgm:t>
    </dgm:pt>
    <dgm:pt modelId="{EC84349F-E7E3-4072-9A5F-3D557D2F1703}" type="sibTrans" cxnId="{A753B7F2-A4DB-4DF2-BEC1-66721EF59484}">
      <dgm:prSet/>
      <dgm:spPr/>
      <dgm:t>
        <a:bodyPr/>
        <a:lstStyle/>
        <a:p>
          <a:endParaRPr lang="en-IN"/>
        </a:p>
      </dgm:t>
    </dgm:pt>
    <dgm:pt modelId="{19E5BF5B-2B33-4BF1-8F0C-15A04B6D985E}">
      <dgm:prSet/>
      <dgm:spPr/>
      <dgm:t>
        <a:bodyPr/>
        <a:lstStyle/>
        <a:p>
          <a:r>
            <a:rPr lang="en-IN" dirty="0"/>
            <a:t>Business Continuity</a:t>
          </a:r>
        </a:p>
      </dgm:t>
    </dgm:pt>
    <dgm:pt modelId="{AD0B4F2B-E5EA-42CD-9045-238FECE82DB8}" type="parTrans" cxnId="{58BA8139-6A41-45DB-AB28-5769D7C1C044}">
      <dgm:prSet/>
      <dgm:spPr/>
      <dgm:t>
        <a:bodyPr/>
        <a:lstStyle/>
        <a:p>
          <a:endParaRPr lang="en-IN"/>
        </a:p>
      </dgm:t>
    </dgm:pt>
    <dgm:pt modelId="{6B90679B-D89A-4927-AFA4-29E3932381F7}" type="sibTrans" cxnId="{58BA8139-6A41-45DB-AB28-5769D7C1C044}">
      <dgm:prSet/>
      <dgm:spPr/>
      <dgm:t>
        <a:bodyPr/>
        <a:lstStyle/>
        <a:p>
          <a:endParaRPr lang="en-IN"/>
        </a:p>
      </dgm:t>
    </dgm:pt>
    <dgm:pt modelId="{C822F5CD-6EAA-44EA-BB10-D3D40101DDC2}">
      <dgm:prSet/>
      <dgm:spPr/>
      <dgm:t>
        <a:bodyPr/>
        <a:lstStyle/>
        <a:p>
          <a:r>
            <a:rPr lang="en-IN" dirty="0"/>
            <a:t>Enhanced Customer Trust</a:t>
          </a:r>
        </a:p>
      </dgm:t>
    </dgm:pt>
    <dgm:pt modelId="{77977065-4BE2-450C-8D51-7CA1E440B38B}" type="parTrans" cxnId="{17E6C18E-8DBE-4249-89C7-9774998B3A10}">
      <dgm:prSet/>
      <dgm:spPr/>
      <dgm:t>
        <a:bodyPr/>
        <a:lstStyle/>
        <a:p>
          <a:endParaRPr lang="en-IN"/>
        </a:p>
      </dgm:t>
    </dgm:pt>
    <dgm:pt modelId="{E8C52030-BA08-4BD5-B263-3CAE546858F9}" type="sibTrans" cxnId="{17E6C18E-8DBE-4249-89C7-9774998B3A10}">
      <dgm:prSet/>
      <dgm:spPr/>
      <dgm:t>
        <a:bodyPr/>
        <a:lstStyle/>
        <a:p>
          <a:endParaRPr lang="en-IN"/>
        </a:p>
      </dgm:t>
    </dgm:pt>
    <dgm:pt modelId="{E1A7D9C3-77AB-4A7F-B824-3139703B885B}">
      <dgm:prSet/>
      <dgm:spPr/>
      <dgm:t>
        <a:bodyPr/>
        <a:lstStyle/>
        <a:p>
          <a:r>
            <a:rPr lang="en-IN" dirty="0"/>
            <a:t>Early Detection and Response</a:t>
          </a:r>
        </a:p>
      </dgm:t>
    </dgm:pt>
    <dgm:pt modelId="{873C08BC-9D3F-4F2F-A60A-6061B75EA2DD}" type="parTrans" cxnId="{AB4A71E9-9454-4757-9EF7-FF3F700792A6}">
      <dgm:prSet/>
      <dgm:spPr/>
      <dgm:t>
        <a:bodyPr/>
        <a:lstStyle/>
        <a:p>
          <a:endParaRPr lang="en-IN"/>
        </a:p>
      </dgm:t>
    </dgm:pt>
    <dgm:pt modelId="{0754C0CD-2804-4164-B81A-4FC16A306F5E}" type="sibTrans" cxnId="{AB4A71E9-9454-4757-9EF7-FF3F700792A6}">
      <dgm:prSet/>
      <dgm:spPr/>
      <dgm:t>
        <a:bodyPr/>
        <a:lstStyle/>
        <a:p>
          <a:endParaRPr lang="en-IN"/>
        </a:p>
      </dgm:t>
    </dgm:pt>
    <dgm:pt modelId="{3BF4EAD0-EA56-4F47-B5BB-AAEFB96544E4}">
      <dgm:prSet/>
      <dgm:spPr/>
      <dgm:t>
        <a:bodyPr/>
        <a:lstStyle/>
        <a:p>
          <a:r>
            <a:rPr lang="en-IN"/>
            <a:t>Enhanced Collaboration</a:t>
          </a:r>
        </a:p>
      </dgm:t>
    </dgm:pt>
    <dgm:pt modelId="{849DDF12-3D72-4CEE-89D8-DFE29EE19C18}" type="parTrans" cxnId="{482A308F-2C80-4796-A6CC-C8B06811B2B8}">
      <dgm:prSet/>
      <dgm:spPr/>
      <dgm:t>
        <a:bodyPr/>
        <a:lstStyle/>
        <a:p>
          <a:endParaRPr lang="en-IN"/>
        </a:p>
      </dgm:t>
    </dgm:pt>
    <dgm:pt modelId="{15DF4DA7-78EE-4303-AE7E-7F35A30C870B}" type="sibTrans" cxnId="{482A308F-2C80-4796-A6CC-C8B06811B2B8}">
      <dgm:prSet/>
      <dgm:spPr/>
      <dgm:t>
        <a:bodyPr/>
        <a:lstStyle/>
        <a:p>
          <a:endParaRPr lang="en-IN"/>
        </a:p>
      </dgm:t>
    </dgm:pt>
    <dgm:pt modelId="{3153390D-138A-40D8-9C2C-2EBD0E260283}" type="pres">
      <dgm:prSet presAssocID="{07EEA58B-6B71-4A0A-85AF-FBFA9BA7574A}" presName="compositeShape" presStyleCnt="0">
        <dgm:presLayoutVars>
          <dgm:dir/>
          <dgm:resizeHandles/>
        </dgm:presLayoutVars>
      </dgm:prSet>
      <dgm:spPr/>
      <dgm:t>
        <a:bodyPr/>
        <a:lstStyle/>
        <a:p>
          <a:endParaRPr lang="en-US"/>
        </a:p>
      </dgm:t>
    </dgm:pt>
    <dgm:pt modelId="{57B19598-24A3-481E-9169-ECAAE618A8A5}" type="pres">
      <dgm:prSet presAssocID="{07EEA58B-6B71-4A0A-85AF-FBFA9BA7574A}" presName="pyramid" presStyleLbl="node1" presStyleIdx="0" presStyleCnt="1" custLinFactNeighborX="-25136" custLinFactNeighborY="0"/>
      <dgm:spPr>
        <a:solidFill>
          <a:schemeClr val="accent1">
            <a:lumMod val="75000"/>
          </a:schemeClr>
        </a:solidFill>
        <a:ln>
          <a:solidFill>
            <a:srgbClr val="00B0F0"/>
          </a:solidFill>
        </a:ln>
        <a:effectLst>
          <a:glow rad="63500">
            <a:schemeClr val="accent2">
              <a:satMod val="175000"/>
              <a:alpha val="40000"/>
            </a:schemeClr>
          </a:glow>
        </a:effectLst>
      </dgm:spPr>
    </dgm:pt>
    <dgm:pt modelId="{6A43C124-22C5-40F7-ABF6-B033AEAE6D69}" type="pres">
      <dgm:prSet presAssocID="{07EEA58B-6B71-4A0A-85AF-FBFA9BA7574A}" presName="theList" presStyleCnt="0"/>
      <dgm:spPr/>
    </dgm:pt>
    <dgm:pt modelId="{97D8FBE1-0DD4-4D87-BC04-3620A70FF25E}" type="pres">
      <dgm:prSet presAssocID="{74607E1D-8D7F-46F3-887B-20ACD659A582}" presName="aNode" presStyleLbl="fgAcc1" presStyleIdx="0" presStyleCnt="5" custLinFactNeighborX="-28608" custLinFactNeighborY="-73775">
        <dgm:presLayoutVars>
          <dgm:bulletEnabled val="1"/>
        </dgm:presLayoutVars>
      </dgm:prSet>
      <dgm:spPr/>
      <dgm:t>
        <a:bodyPr/>
        <a:lstStyle/>
        <a:p>
          <a:endParaRPr lang="en-US"/>
        </a:p>
      </dgm:t>
    </dgm:pt>
    <dgm:pt modelId="{CB64E207-5103-4F75-B1B9-78CAC5BDF71D}" type="pres">
      <dgm:prSet presAssocID="{74607E1D-8D7F-46F3-887B-20ACD659A582}" presName="aSpace" presStyleCnt="0"/>
      <dgm:spPr/>
    </dgm:pt>
    <dgm:pt modelId="{E00AFCC4-E2E5-4ED8-B725-269EA079B9D2}" type="pres">
      <dgm:prSet presAssocID="{19E5BF5B-2B33-4BF1-8F0C-15A04B6D985E}" presName="aNode" presStyleLbl="fgAcc1" presStyleIdx="1" presStyleCnt="5" custLinFactNeighborX="-28608" custLinFactNeighborY="39650">
        <dgm:presLayoutVars>
          <dgm:bulletEnabled val="1"/>
        </dgm:presLayoutVars>
      </dgm:prSet>
      <dgm:spPr/>
      <dgm:t>
        <a:bodyPr/>
        <a:lstStyle/>
        <a:p>
          <a:endParaRPr lang="en-US"/>
        </a:p>
      </dgm:t>
    </dgm:pt>
    <dgm:pt modelId="{EA14D4C3-EB5E-4597-89C0-515CC5B36D5A}" type="pres">
      <dgm:prSet presAssocID="{19E5BF5B-2B33-4BF1-8F0C-15A04B6D985E}" presName="aSpace" presStyleCnt="0"/>
      <dgm:spPr/>
    </dgm:pt>
    <dgm:pt modelId="{06ABC23C-3567-4CFB-9E3E-52C39425C38F}" type="pres">
      <dgm:prSet presAssocID="{C822F5CD-6EAA-44EA-BB10-D3D40101DDC2}" presName="aNode" presStyleLbl="fgAcc1" presStyleIdx="2" presStyleCnt="5" custLinFactNeighborX="-28608" custLinFactNeighborY="83867">
        <dgm:presLayoutVars>
          <dgm:bulletEnabled val="1"/>
        </dgm:presLayoutVars>
      </dgm:prSet>
      <dgm:spPr/>
      <dgm:t>
        <a:bodyPr/>
        <a:lstStyle/>
        <a:p>
          <a:endParaRPr lang="en-US"/>
        </a:p>
      </dgm:t>
    </dgm:pt>
    <dgm:pt modelId="{BF65645C-62E9-4DE1-8FF5-C4BC7C3A5BF8}" type="pres">
      <dgm:prSet presAssocID="{C822F5CD-6EAA-44EA-BB10-D3D40101DDC2}" presName="aSpace" presStyleCnt="0"/>
      <dgm:spPr/>
    </dgm:pt>
    <dgm:pt modelId="{FAE72275-0776-4858-9A5A-48B1FBA88D5F}" type="pres">
      <dgm:prSet presAssocID="{E1A7D9C3-77AB-4A7F-B824-3139703B885B}" presName="aNode" presStyleLbl="fgAcc1" presStyleIdx="3" presStyleCnt="5" custLinFactY="7836" custLinFactNeighborX="-28935" custLinFactNeighborY="100000">
        <dgm:presLayoutVars>
          <dgm:bulletEnabled val="1"/>
        </dgm:presLayoutVars>
      </dgm:prSet>
      <dgm:spPr/>
      <dgm:t>
        <a:bodyPr/>
        <a:lstStyle/>
        <a:p>
          <a:endParaRPr lang="en-US"/>
        </a:p>
      </dgm:t>
    </dgm:pt>
    <dgm:pt modelId="{B8264129-ADE7-4449-9A27-38E2BA139AEE}" type="pres">
      <dgm:prSet presAssocID="{E1A7D9C3-77AB-4A7F-B824-3139703B885B}" presName="aSpace" presStyleCnt="0"/>
      <dgm:spPr/>
    </dgm:pt>
    <dgm:pt modelId="{DA8562B6-69C8-4A81-A6D2-29A0B294EBA6}" type="pres">
      <dgm:prSet presAssocID="{3BF4EAD0-EA56-4F47-B5BB-AAEFB96544E4}" presName="aNode" presStyleLbl="fgAcc1" presStyleIdx="4" presStyleCnt="5" custLinFactY="17689" custLinFactNeighborX="-28609" custLinFactNeighborY="100000">
        <dgm:presLayoutVars>
          <dgm:bulletEnabled val="1"/>
        </dgm:presLayoutVars>
      </dgm:prSet>
      <dgm:spPr/>
      <dgm:t>
        <a:bodyPr/>
        <a:lstStyle/>
        <a:p>
          <a:endParaRPr lang="en-US"/>
        </a:p>
      </dgm:t>
    </dgm:pt>
    <dgm:pt modelId="{5F50AC9E-DD6C-4E54-825B-AE7D7D8E36EE}" type="pres">
      <dgm:prSet presAssocID="{3BF4EAD0-EA56-4F47-B5BB-AAEFB96544E4}" presName="aSpace" presStyleCnt="0"/>
      <dgm:spPr/>
    </dgm:pt>
  </dgm:ptLst>
  <dgm:cxnLst>
    <dgm:cxn modelId="{E8DB4167-0274-42B3-B73D-D79BD91F234B}" type="presOf" srcId="{19E5BF5B-2B33-4BF1-8F0C-15A04B6D985E}" destId="{E00AFCC4-E2E5-4ED8-B725-269EA079B9D2}" srcOrd="0" destOrd="0" presId="urn:microsoft.com/office/officeart/2005/8/layout/pyramid2"/>
    <dgm:cxn modelId="{E46068D8-742B-4501-B0DE-34B98E2B6473}" type="presOf" srcId="{07EEA58B-6B71-4A0A-85AF-FBFA9BA7574A}" destId="{3153390D-138A-40D8-9C2C-2EBD0E260283}" srcOrd="0" destOrd="0" presId="urn:microsoft.com/office/officeart/2005/8/layout/pyramid2"/>
    <dgm:cxn modelId="{B7D96E8F-B020-4115-A788-4ECA2DAAD890}" type="presOf" srcId="{E1A7D9C3-77AB-4A7F-B824-3139703B885B}" destId="{FAE72275-0776-4858-9A5A-48B1FBA88D5F}" srcOrd="0" destOrd="0" presId="urn:microsoft.com/office/officeart/2005/8/layout/pyramid2"/>
    <dgm:cxn modelId="{17E6C18E-8DBE-4249-89C7-9774998B3A10}" srcId="{07EEA58B-6B71-4A0A-85AF-FBFA9BA7574A}" destId="{C822F5CD-6EAA-44EA-BB10-D3D40101DDC2}" srcOrd="2" destOrd="0" parTransId="{77977065-4BE2-450C-8D51-7CA1E440B38B}" sibTransId="{E8C52030-BA08-4BD5-B263-3CAE546858F9}"/>
    <dgm:cxn modelId="{58BA8139-6A41-45DB-AB28-5769D7C1C044}" srcId="{07EEA58B-6B71-4A0A-85AF-FBFA9BA7574A}" destId="{19E5BF5B-2B33-4BF1-8F0C-15A04B6D985E}" srcOrd="1" destOrd="0" parTransId="{AD0B4F2B-E5EA-42CD-9045-238FECE82DB8}" sibTransId="{6B90679B-D89A-4927-AFA4-29E3932381F7}"/>
    <dgm:cxn modelId="{482A308F-2C80-4796-A6CC-C8B06811B2B8}" srcId="{07EEA58B-6B71-4A0A-85AF-FBFA9BA7574A}" destId="{3BF4EAD0-EA56-4F47-B5BB-AAEFB96544E4}" srcOrd="4" destOrd="0" parTransId="{849DDF12-3D72-4CEE-89D8-DFE29EE19C18}" sibTransId="{15DF4DA7-78EE-4303-AE7E-7F35A30C870B}"/>
    <dgm:cxn modelId="{4DE50417-3A06-47E9-BA5D-9A4E09972F9D}" type="presOf" srcId="{74607E1D-8D7F-46F3-887B-20ACD659A582}" destId="{97D8FBE1-0DD4-4D87-BC04-3620A70FF25E}" srcOrd="0" destOrd="0" presId="urn:microsoft.com/office/officeart/2005/8/layout/pyramid2"/>
    <dgm:cxn modelId="{AB4A71E9-9454-4757-9EF7-FF3F700792A6}" srcId="{07EEA58B-6B71-4A0A-85AF-FBFA9BA7574A}" destId="{E1A7D9C3-77AB-4A7F-B824-3139703B885B}" srcOrd="3" destOrd="0" parTransId="{873C08BC-9D3F-4F2F-A60A-6061B75EA2DD}" sibTransId="{0754C0CD-2804-4164-B81A-4FC16A306F5E}"/>
    <dgm:cxn modelId="{9900F716-227D-476B-8BF3-8A0DB4538BFB}" type="presOf" srcId="{3BF4EAD0-EA56-4F47-B5BB-AAEFB96544E4}" destId="{DA8562B6-69C8-4A81-A6D2-29A0B294EBA6}" srcOrd="0" destOrd="0" presId="urn:microsoft.com/office/officeart/2005/8/layout/pyramid2"/>
    <dgm:cxn modelId="{078F9561-69E3-4E43-B135-727CA69CAE3F}" type="presOf" srcId="{C822F5CD-6EAA-44EA-BB10-D3D40101DDC2}" destId="{06ABC23C-3567-4CFB-9E3E-52C39425C38F}" srcOrd="0" destOrd="0" presId="urn:microsoft.com/office/officeart/2005/8/layout/pyramid2"/>
    <dgm:cxn modelId="{A753B7F2-A4DB-4DF2-BEC1-66721EF59484}" srcId="{07EEA58B-6B71-4A0A-85AF-FBFA9BA7574A}" destId="{74607E1D-8D7F-46F3-887B-20ACD659A582}" srcOrd="0" destOrd="0" parTransId="{5DDD27CF-5118-4797-9EEB-4D030AF8B369}" sibTransId="{EC84349F-E7E3-4072-9A5F-3D557D2F1703}"/>
    <dgm:cxn modelId="{199F5516-7C88-4863-85EF-B7829F32D1D3}" type="presParOf" srcId="{3153390D-138A-40D8-9C2C-2EBD0E260283}" destId="{57B19598-24A3-481E-9169-ECAAE618A8A5}" srcOrd="0" destOrd="0" presId="urn:microsoft.com/office/officeart/2005/8/layout/pyramid2"/>
    <dgm:cxn modelId="{9DC84DEA-3C56-46E8-9668-3A50D21599AD}" type="presParOf" srcId="{3153390D-138A-40D8-9C2C-2EBD0E260283}" destId="{6A43C124-22C5-40F7-ABF6-B033AEAE6D69}" srcOrd="1" destOrd="0" presId="urn:microsoft.com/office/officeart/2005/8/layout/pyramid2"/>
    <dgm:cxn modelId="{A48769AA-CB0A-47B0-81AD-2633DEE6E4BD}" type="presParOf" srcId="{6A43C124-22C5-40F7-ABF6-B033AEAE6D69}" destId="{97D8FBE1-0DD4-4D87-BC04-3620A70FF25E}" srcOrd="0" destOrd="0" presId="urn:microsoft.com/office/officeart/2005/8/layout/pyramid2"/>
    <dgm:cxn modelId="{A079C41B-2F23-4945-8ED3-7F5282A39D94}" type="presParOf" srcId="{6A43C124-22C5-40F7-ABF6-B033AEAE6D69}" destId="{CB64E207-5103-4F75-B1B9-78CAC5BDF71D}" srcOrd="1" destOrd="0" presId="urn:microsoft.com/office/officeart/2005/8/layout/pyramid2"/>
    <dgm:cxn modelId="{75EB63B3-D634-42F9-B2AC-A10528C669BA}" type="presParOf" srcId="{6A43C124-22C5-40F7-ABF6-B033AEAE6D69}" destId="{E00AFCC4-E2E5-4ED8-B725-269EA079B9D2}" srcOrd="2" destOrd="0" presId="urn:microsoft.com/office/officeart/2005/8/layout/pyramid2"/>
    <dgm:cxn modelId="{80C20B25-3CA2-4042-B1FD-C540EAEE32EC}" type="presParOf" srcId="{6A43C124-22C5-40F7-ABF6-B033AEAE6D69}" destId="{EA14D4C3-EB5E-4597-89C0-515CC5B36D5A}" srcOrd="3" destOrd="0" presId="urn:microsoft.com/office/officeart/2005/8/layout/pyramid2"/>
    <dgm:cxn modelId="{F98251FE-F77C-4431-B4DF-C26A466CC1DB}" type="presParOf" srcId="{6A43C124-22C5-40F7-ABF6-B033AEAE6D69}" destId="{06ABC23C-3567-4CFB-9E3E-52C39425C38F}" srcOrd="4" destOrd="0" presId="urn:microsoft.com/office/officeart/2005/8/layout/pyramid2"/>
    <dgm:cxn modelId="{5C97605A-D25F-4DDB-9F13-5A8C5540B32D}" type="presParOf" srcId="{6A43C124-22C5-40F7-ABF6-B033AEAE6D69}" destId="{BF65645C-62E9-4DE1-8FF5-C4BC7C3A5BF8}" srcOrd="5" destOrd="0" presId="urn:microsoft.com/office/officeart/2005/8/layout/pyramid2"/>
    <dgm:cxn modelId="{A8A5CD90-B55B-4E50-9BC9-D3BC4F0D1E92}" type="presParOf" srcId="{6A43C124-22C5-40F7-ABF6-B033AEAE6D69}" destId="{FAE72275-0776-4858-9A5A-48B1FBA88D5F}" srcOrd="6" destOrd="0" presId="urn:microsoft.com/office/officeart/2005/8/layout/pyramid2"/>
    <dgm:cxn modelId="{9370548B-5FA8-405C-A511-A1AF6B663517}" type="presParOf" srcId="{6A43C124-22C5-40F7-ABF6-B033AEAE6D69}" destId="{B8264129-ADE7-4449-9A27-38E2BA139AEE}" srcOrd="7" destOrd="0" presId="urn:microsoft.com/office/officeart/2005/8/layout/pyramid2"/>
    <dgm:cxn modelId="{4DA31275-6683-4774-8F35-1E4CC5E234E0}" type="presParOf" srcId="{6A43C124-22C5-40F7-ABF6-B033AEAE6D69}" destId="{DA8562B6-69C8-4A81-A6D2-29A0B294EBA6}" srcOrd="8" destOrd="0" presId="urn:microsoft.com/office/officeart/2005/8/layout/pyramid2"/>
    <dgm:cxn modelId="{70F86410-EC81-4CCB-9FCC-A76E70B40622}" type="presParOf" srcId="{6A43C124-22C5-40F7-ABF6-B033AEAE6D69}" destId="{5F50AC9E-DD6C-4E54-825B-AE7D7D8E36EE}" srcOrd="9" destOrd="0" presId="urn:microsoft.com/office/officeart/2005/8/layout/pyramid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2EF2F-2AC3-468A-A579-B046E73E77FD}">
      <dsp:nvSpPr>
        <dsp:cNvPr id="0" name=""/>
        <dsp:cNvSpPr/>
      </dsp:nvSpPr>
      <dsp:spPr>
        <a:xfrm>
          <a:off x="0" y="0"/>
          <a:ext cx="5344675" cy="1236910"/>
        </a:xfrm>
        <a:prstGeom prst="roundRect">
          <a:avLst>
            <a:gd name="adj" fmla="val 10000"/>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64F2541-536A-441B-9440-0C72C849DE0E}">
      <dsp:nvSpPr>
        <dsp:cNvPr id="0" name=""/>
        <dsp:cNvSpPr/>
      </dsp:nvSpPr>
      <dsp:spPr>
        <a:xfrm>
          <a:off x="161812" y="164921"/>
          <a:ext cx="1167686" cy="907067"/>
        </a:xfrm>
        <a:prstGeom prst="roundRect">
          <a:avLst>
            <a:gd name="adj" fmla="val 10000"/>
          </a:avLst>
        </a:prstGeom>
        <a:blipFill>
          <a:blip xmlns:r="http://schemas.openxmlformats.org/officeDocument/2006/relationships" r:embed="rId1"/>
          <a:srcRect/>
          <a:stretch>
            <a:fillRect l="-5000" r="-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234FA19-888B-4A78-94A3-316FA7B1EB51}">
      <dsp:nvSpPr>
        <dsp:cNvPr id="0" name=""/>
        <dsp:cNvSpPr/>
      </dsp:nvSpPr>
      <dsp:spPr>
        <a:xfrm rot="10800000">
          <a:off x="161812"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en-IN" sz="1100" b="1" i="0" kern="1200" dirty="0"/>
            <a:t>Turn on Multifactor Authentication </a:t>
          </a:r>
          <a:r>
            <a:rPr lang="en-US" sz="800" kern="1200" dirty="0">
              <a:latin typeface="+mj-lt"/>
            </a:rPr>
            <a:t>Implement multifactor authentication on your accounts and make it significantly less likely you’ll get hacked.</a:t>
          </a:r>
          <a:endParaRPr lang="en-IN" sz="1100" b="1" kern="1200" dirty="0">
            <a:latin typeface="+mj-lt"/>
          </a:endParaRPr>
        </a:p>
      </dsp:txBody>
      <dsp:txXfrm rot="10800000">
        <a:off x="197722" y="1236910"/>
        <a:ext cx="1095866" cy="1475869"/>
      </dsp:txXfrm>
    </dsp:sp>
    <dsp:sp modelId="{D1BAAFF8-5E7D-4A6E-A8A5-909379BF95D6}">
      <dsp:nvSpPr>
        <dsp:cNvPr id="0" name=""/>
        <dsp:cNvSpPr/>
      </dsp:nvSpPr>
      <dsp:spPr>
        <a:xfrm>
          <a:off x="1446266" y="164921"/>
          <a:ext cx="1167686" cy="907067"/>
        </a:xfrm>
        <a:prstGeom prst="roundRect">
          <a:avLst>
            <a:gd name="adj" fmla="val 10000"/>
          </a:avLst>
        </a:prstGeom>
        <a:blipFill>
          <a:blip xmlns:r="http://schemas.openxmlformats.org/officeDocument/2006/relationships" r:embed="rId2"/>
          <a:srcRect/>
          <a:stretch>
            <a:fillRect l="-24000" r="-24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6437C3E-3EC6-42DB-9D0E-3611E5A3EB0A}">
      <dsp:nvSpPr>
        <dsp:cNvPr id="0" name=""/>
        <dsp:cNvSpPr/>
      </dsp:nvSpPr>
      <dsp:spPr>
        <a:xfrm rot="10800000">
          <a:off x="1446266"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IN" sz="1400" b="1" i="0" kern="1200" dirty="0"/>
            <a:t>Use Strong Passwords </a:t>
          </a:r>
          <a:r>
            <a:rPr lang="en-US" sz="1400" b="0" i="0" kern="1200" dirty="0"/>
            <a:t>Use strong </a:t>
          </a:r>
          <a:r>
            <a:rPr lang="en-US" sz="900" b="0" i="0" kern="1200" dirty="0"/>
            <a:t>passwords, and ideally a password manager to generate and store unique passwords. </a:t>
          </a:r>
          <a:endParaRPr lang="en-US" sz="1400" b="1" i="0" kern="1200" dirty="0"/>
        </a:p>
      </dsp:txBody>
      <dsp:txXfrm rot="10800000">
        <a:off x="1482176" y="1236910"/>
        <a:ext cx="1095866" cy="1475869"/>
      </dsp:txXfrm>
    </dsp:sp>
    <dsp:sp modelId="{7B4BC1B0-6625-43A1-8A11-1BE5D3AC0F56}">
      <dsp:nvSpPr>
        <dsp:cNvPr id="0" name=""/>
        <dsp:cNvSpPr/>
      </dsp:nvSpPr>
      <dsp:spPr>
        <a:xfrm>
          <a:off x="2748692" y="152703"/>
          <a:ext cx="1167686" cy="907067"/>
        </a:xfrm>
        <a:prstGeom prst="roundRect">
          <a:avLst>
            <a:gd name="adj" fmla="val 10000"/>
          </a:avLst>
        </a:prstGeom>
        <a:blipFill>
          <a:blip xmlns:r="http://schemas.openxmlformats.org/officeDocument/2006/relationships" r:embed="rId3"/>
          <a:srcRect/>
          <a:stretch>
            <a:fillRect l="-5000" r="-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B6D612E-B6BC-4934-AFC6-DB5369DA9691}">
      <dsp:nvSpPr>
        <dsp:cNvPr id="0" name=""/>
        <dsp:cNvSpPr/>
      </dsp:nvSpPr>
      <dsp:spPr>
        <a:xfrm rot="10800000">
          <a:off x="2730721"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IN" sz="1200" b="1" i="0" kern="1200" dirty="0"/>
            <a:t>Update Your Software </a:t>
          </a:r>
          <a:r>
            <a:rPr lang="en-US" sz="1000" b="0" i="0" kern="1200" dirty="0"/>
            <a:t>Update your software. In fact, turn on automatic updates.  </a:t>
          </a:r>
          <a:endParaRPr lang="en-IN" sz="1200" b="1" kern="1200" dirty="0"/>
        </a:p>
      </dsp:txBody>
      <dsp:txXfrm rot="10800000">
        <a:off x="2766631" y="1236910"/>
        <a:ext cx="1095866" cy="1475869"/>
      </dsp:txXfrm>
    </dsp:sp>
    <dsp:sp modelId="{CFA17F53-846B-4C00-B3C8-3949B06090CA}">
      <dsp:nvSpPr>
        <dsp:cNvPr id="0" name=""/>
        <dsp:cNvSpPr/>
      </dsp:nvSpPr>
      <dsp:spPr>
        <a:xfrm>
          <a:off x="4015176" y="164921"/>
          <a:ext cx="1167686" cy="907067"/>
        </a:xfrm>
        <a:prstGeom prst="roundRect">
          <a:avLst>
            <a:gd name="adj" fmla="val 10000"/>
          </a:avLst>
        </a:prstGeom>
        <a:blipFill>
          <a:blip xmlns:r="http://schemas.openxmlformats.org/officeDocument/2006/relationships" r:embed="rId4"/>
          <a:srcRect/>
          <a:stretch>
            <a:fillRect l="-5000" r="-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FD8DE79-3E44-4987-8872-909B08765A63}">
      <dsp:nvSpPr>
        <dsp:cNvPr id="0" name=""/>
        <dsp:cNvSpPr/>
      </dsp:nvSpPr>
      <dsp:spPr>
        <a:xfrm rot="10800000">
          <a:off x="4015176" y="1236910"/>
          <a:ext cx="1167686" cy="1511779"/>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IN" sz="1200" b="1" i="0" kern="1200" dirty="0"/>
            <a:t>Think Before You Click </a:t>
          </a:r>
        </a:p>
        <a:p>
          <a:pPr marL="0" lvl="0" indent="0" algn="l" defTabSz="533400">
            <a:lnSpc>
              <a:spcPct val="90000"/>
            </a:lnSpc>
            <a:spcBef>
              <a:spcPct val="0"/>
            </a:spcBef>
            <a:spcAft>
              <a:spcPct val="35000"/>
            </a:spcAft>
            <a:buNone/>
          </a:pPr>
          <a:r>
            <a:rPr lang="en-US" sz="1000" b="0" i="0" kern="1200" dirty="0"/>
            <a:t>Think before you click. More than 90% of successful cyber-attacks start with a phishing email</a:t>
          </a:r>
          <a:r>
            <a:rPr lang="en-US" sz="1050" b="0" i="0" kern="1200" dirty="0"/>
            <a:t>. </a:t>
          </a:r>
          <a:endParaRPr lang="en-IN" sz="1100" b="1" kern="1200" dirty="0"/>
        </a:p>
      </dsp:txBody>
      <dsp:txXfrm rot="10800000">
        <a:off x="4051086" y="1236910"/>
        <a:ext cx="1095866" cy="14758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19598-24A3-481E-9169-ECAAE618A8A5}">
      <dsp:nvSpPr>
        <dsp:cNvPr id="0" name=""/>
        <dsp:cNvSpPr/>
      </dsp:nvSpPr>
      <dsp:spPr>
        <a:xfrm>
          <a:off x="354288" y="0"/>
          <a:ext cx="3359509" cy="3359509"/>
        </a:xfrm>
        <a:prstGeom prst="triangle">
          <a:avLst/>
        </a:prstGeom>
        <a:solidFill>
          <a:schemeClr val="accent1">
            <a:lumMod val="75000"/>
          </a:schemeClr>
        </a:solidFill>
        <a:ln w="25400" cap="flat" cmpd="sng" algn="ctr">
          <a:solidFill>
            <a:srgbClr val="00B0F0"/>
          </a:solidFill>
          <a:prstDash val="solid"/>
        </a:ln>
        <a:effectLst>
          <a:glow rad="63500">
            <a:schemeClr val="accent2">
              <a:satMod val="175000"/>
              <a:alpha val="40000"/>
            </a:schemeClr>
          </a:glow>
        </a:effectLst>
      </dsp:spPr>
      <dsp:style>
        <a:lnRef idx="2">
          <a:scrgbClr r="0" g="0" b="0"/>
        </a:lnRef>
        <a:fillRef idx="1">
          <a:scrgbClr r="0" g="0" b="0"/>
        </a:fillRef>
        <a:effectRef idx="0">
          <a:scrgbClr r="0" g="0" b="0"/>
        </a:effectRef>
        <a:fontRef idx="minor">
          <a:schemeClr val="lt1"/>
        </a:fontRef>
      </dsp:style>
    </dsp:sp>
    <dsp:sp modelId="{97D8FBE1-0DD4-4D87-BC04-3620A70FF25E}">
      <dsp:nvSpPr>
        <dsp:cNvPr id="0" name=""/>
        <dsp:cNvSpPr/>
      </dsp:nvSpPr>
      <dsp:spPr>
        <a:xfrm>
          <a:off x="2253781" y="292227"/>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Protection of Sensitive Data</a:t>
          </a:r>
        </a:p>
      </dsp:txBody>
      <dsp:txXfrm>
        <a:off x="2277099" y="315545"/>
        <a:ext cx="2137044" cy="431044"/>
      </dsp:txXfrm>
    </dsp:sp>
    <dsp:sp modelId="{E00AFCC4-E2E5-4ED8-B725-269EA079B9D2}">
      <dsp:nvSpPr>
        <dsp:cNvPr id="0" name=""/>
        <dsp:cNvSpPr/>
      </dsp:nvSpPr>
      <dsp:spPr>
        <a:xfrm>
          <a:off x="2253781" y="897344"/>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Business Continuity</a:t>
          </a:r>
        </a:p>
      </dsp:txBody>
      <dsp:txXfrm>
        <a:off x="2277099" y="920662"/>
        <a:ext cx="2137044" cy="431044"/>
      </dsp:txXfrm>
    </dsp:sp>
    <dsp:sp modelId="{06ABC23C-3567-4CFB-9E3E-52C39425C38F}">
      <dsp:nvSpPr>
        <dsp:cNvPr id="0" name=""/>
        <dsp:cNvSpPr/>
      </dsp:nvSpPr>
      <dsp:spPr>
        <a:xfrm>
          <a:off x="2253781" y="1461136"/>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Enhanced Customer Trust</a:t>
          </a:r>
        </a:p>
      </dsp:txBody>
      <dsp:txXfrm>
        <a:off x="2277099" y="1484454"/>
        <a:ext cx="2137044" cy="431044"/>
      </dsp:txXfrm>
    </dsp:sp>
    <dsp:sp modelId="{FAE72275-0776-4858-9A5A-48B1FBA88D5F}">
      <dsp:nvSpPr>
        <dsp:cNvPr id="0" name=""/>
        <dsp:cNvSpPr/>
      </dsp:nvSpPr>
      <dsp:spPr>
        <a:xfrm>
          <a:off x="2246641" y="2045590"/>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Early Detection and Response</a:t>
          </a:r>
        </a:p>
      </dsp:txBody>
      <dsp:txXfrm>
        <a:off x="2269959" y="2068908"/>
        <a:ext cx="2137044" cy="431044"/>
      </dsp:txXfrm>
    </dsp:sp>
    <dsp:sp modelId="{DA8562B6-69C8-4A81-A6D2-29A0B294EBA6}">
      <dsp:nvSpPr>
        <dsp:cNvPr id="0" name=""/>
        <dsp:cNvSpPr/>
      </dsp:nvSpPr>
      <dsp:spPr>
        <a:xfrm>
          <a:off x="2253760" y="2630046"/>
          <a:ext cx="2183680" cy="477680"/>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Enhanced Collaboration</a:t>
          </a:r>
        </a:p>
      </dsp:txBody>
      <dsp:txXfrm>
        <a:off x="2277078" y="2653364"/>
        <a:ext cx="2137044" cy="431044"/>
      </dsp:txXfrm>
    </dsp:sp>
  </dsp:spTree>
</dsp:drawing>
</file>

<file path=ppt/diagrams/layout1.xml><?xml version="1.0" encoding="utf-8"?>
<dgm:layoutDef xmlns:dgm="http://schemas.openxmlformats.org/drawingml/2006/diagram" xmlns:a="http://schemas.openxmlformats.org/drawingml/2006/main" uniqueId="urn:microsoft.com/office/officeart/2005/8/layout/pList2#1">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pPr/>
              <a:t>8/16/2023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pPr/>
              <a:t>‹#›</a:t>
            </a:fld>
            <a:endParaRPr lang="en-US"/>
          </a:p>
        </p:txBody>
      </p:sp>
    </p:spTree>
    <p:extLst>
      <p:ext uri="{BB962C8B-B14F-4D97-AF65-F5344CB8AC3E}">
        <p14:creationId xmlns:p14="http://schemas.microsoft.com/office/powerpoint/2010/main" xmlns=""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F533E96-F078-4B3D-A8F4-F1AF21EBC357}" type="slidenum">
              <a:rPr lang="en-US" smtClean="0"/>
              <a:pPr/>
              <a:t>1</a:t>
            </a:fld>
            <a:endParaRPr lang="en-US"/>
          </a:p>
        </p:txBody>
      </p:sp>
    </p:spTree>
    <p:extLst>
      <p:ext uri="{BB962C8B-B14F-4D97-AF65-F5344CB8AC3E}">
        <p14:creationId xmlns:p14="http://schemas.microsoft.com/office/powerpoint/2010/main" xmlns="" val="4042301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audio" Target="../media/audio1.bin"/><Relationship Id="rId4"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audio" Target="../media/audio1.bin"/><Relationship Id="rId4"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audio" Target="../media/audio1.bin"/><Relationship Id="rId4"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08474" y="1044700"/>
            <a:ext cx="4733855" cy="1985164"/>
          </a:xfrm>
          <a:noFill/>
          <a:effectLst>
            <a:outerShdw blurRad="50800" dist="38100" dir="2700000" algn="tl" rotWithShape="0">
              <a:prstClr val="black">
                <a:alpha val="40000"/>
              </a:prstClr>
            </a:outerShdw>
          </a:effectLst>
        </p:spPr>
        <p:txBody>
          <a:bodyPr>
            <a:normAutofit/>
          </a:bodyPr>
          <a:lstStyle>
            <a:lvl1pPr algn="r">
              <a:defRPr sz="3600">
                <a:solidFill>
                  <a:schemeClr val="tx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601670" y="1502815"/>
            <a:ext cx="3054100" cy="1374345"/>
          </a:xfrm>
        </p:spPr>
        <p:txBody>
          <a:bodyPr>
            <a:normAutofit/>
          </a:bodyPr>
          <a:lstStyle>
            <a:lvl1pPr marL="0" indent="0" algn="l">
              <a:buNone/>
              <a:defRPr sz="2800" b="0" i="0">
                <a:solidFill>
                  <a:srgbClr val="FFFF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8/16/2023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3253875174"/>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4" name="suction.wav"/>
          </p:stSnd>
        </p:sndAc>
      </p:transition>
    </mc:Choice>
    <mc:Fallback>
      <p:transition spd="slow">
        <p:fade/>
        <p:sndAc>
          <p:stSnd>
            <p:snd r:embed="rId1" name="suction.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670" y="128470"/>
            <a:ext cx="7940659" cy="916230"/>
          </a:xfrm>
        </p:spPr>
        <p:txBody>
          <a:bodyPr>
            <a:normAutofit/>
          </a:bodyPr>
          <a:lstStyle>
            <a:lvl1pPr algn="r">
              <a:defRPr sz="3600" baseline="0">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350110"/>
            <a:ext cx="7940660" cy="3512215"/>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1664471362"/>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1425" y="281175"/>
            <a:ext cx="6413610" cy="916229"/>
          </a:xfrm>
          <a:noFill/>
        </p:spPr>
        <p:txBody>
          <a:bodyPr>
            <a:normAutofit/>
          </a:bodyPr>
          <a:lstStyle>
            <a:lvl1pPr algn="l">
              <a:defRPr sz="3600">
                <a:solidFill>
                  <a:srgbClr val="FFFF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281425" y="1197405"/>
            <a:ext cx="6413610" cy="3511061"/>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8/16/2023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1629391393"/>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4" name="suction.wav"/>
          </p:stSnd>
        </p:sndAc>
      </p:transition>
    </mc:Choice>
    <mc:Fallback>
      <p:transition spd="slow">
        <p:fade/>
        <p:sndAc>
          <p:stSnd>
            <p:snd r:embed="rId1" name="suction.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3863441575"/>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8/16/2023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3556791830"/>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128470"/>
            <a:ext cx="8246070" cy="916230"/>
          </a:xfrm>
        </p:spPr>
        <p:txBody>
          <a:bodyPr>
            <a:normAutofit/>
          </a:bodyPr>
          <a:lstStyle>
            <a:lvl1pPr algn="r">
              <a:defRPr sz="3600" baseline="0">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7" y="1655520"/>
            <a:ext cx="4040188" cy="479822"/>
          </a:xfrm>
        </p:spPr>
        <p:txBody>
          <a:bodyPr anchor="b"/>
          <a:lstStyle>
            <a:lvl1pPr marL="0" indent="0" algn="ctr">
              <a:buNone/>
              <a:defRPr sz="2400" b="1">
                <a:solidFill>
                  <a:srgbClr val="FFFF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7" y="2127916"/>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20"/>
            <a:ext cx="4041775" cy="479822"/>
          </a:xfrm>
        </p:spPr>
        <p:txBody>
          <a:bodyPr anchor="b"/>
          <a:lstStyle>
            <a:lvl1pPr marL="0" indent="0" algn="ctr">
              <a:buNone/>
              <a:defRPr sz="2400" b="1">
                <a:solidFill>
                  <a:srgbClr val="FFFF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27916"/>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8/16/2023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4122911988"/>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8/16/2023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3029773110"/>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8/16/2023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4251864075"/>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3174452648"/>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477607843"/>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xmlns="" val="3428665726"/>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3" name="suction.wav"/>
          </p:stSnd>
        </p:sndAc>
      </p:transition>
    </mc:Choice>
    <mc:Fallback>
      <p:transition spd="slow">
        <p:fade/>
        <p:sndAc>
          <p:stSnd>
            <p:snd r:embed="rId1" name="suction.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205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3840164" y="2769394"/>
            <a:ext cx="1463675" cy="3929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93609949"/>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4" name="suction.wav"/>
          </p:stSnd>
        </p:sndAc>
      </p:transition>
    </mc:Choice>
    <mc:Fallback>
      <p:transition spd="slow">
        <p:fade/>
        <p:sndAc>
          <p:stSnd>
            <p:snd r:embed="rId1" name="suction.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8/16/2023</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xmlns=""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xmlns=""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mc:Choice xmlns:p14="http://schemas.microsoft.com/office/powerpoint/2010/main" xmlns="" Requires="p14">
      <p:transition spd="slow" p14:dur="3400">
        <p14:reveal/>
        <p:sndAc>
          <p:stSnd>
            <p:snd r:embed="rId16" name="suction.wav"/>
          </p:stSnd>
        </p:sndAc>
      </p:transition>
    </mc:Choice>
    <mc:Fallback>
      <p:transition spd="slow">
        <p:fade/>
        <p:sndAc>
          <p:stSnd>
            <p:snd r:embed="rId14" name="suction.wav"/>
          </p:stSnd>
        </p:sndAc>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bin"/><Relationship Id="rId1" Type="http://schemas.openxmlformats.org/officeDocument/2006/relationships/slideLayout" Target="../slideLayouts/slideLayout3.xml"/><Relationship Id="rId5" Type="http://schemas.openxmlformats.org/officeDocument/2006/relationships/audio" Target="../media/audio1.wav"/><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bin"/><Relationship Id="rId1" Type="http://schemas.openxmlformats.org/officeDocument/2006/relationships/slideLayout" Target="../slideLayouts/slideLayout3.xml"/><Relationship Id="rId5" Type="http://schemas.openxmlformats.org/officeDocument/2006/relationships/audio" Target="../media/audio1.wav"/><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audio" Target="../media/audio1.bin"/><Relationship Id="rId1" Type="http://schemas.openxmlformats.org/officeDocument/2006/relationships/slideLayout" Target="../slideLayouts/slideLayout3.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diagramData" Target="../diagrams/data1.xml"/><Relationship Id="rId7" Type="http://schemas.openxmlformats.org/officeDocument/2006/relationships/audio" Target="../media/audio1.wav"/><Relationship Id="rId2" Type="http://schemas.openxmlformats.org/officeDocument/2006/relationships/audio" Target="../media/audio1.bin"/><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1.bin"/><Relationship Id="rId1" Type="http://schemas.openxmlformats.org/officeDocument/2006/relationships/slideLayout" Target="../slideLayouts/slideLayout3.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13" Type="http://schemas.openxmlformats.org/officeDocument/2006/relationships/audio" Target="../media/audio1.wav"/><Relationship Id="rId3" Type="http://schemas.openxmlformats.org/officeDocument/2006/relationships/diagramData" Target="../diagrams/data2.xml"/><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audio" Target="../media/audio1.bin"/><Relationship Id="rId1" Type="http://schemas.openxmlformats.org/officeDocument/2006/relationships/slideLayout" Target="../slideLayouts/slideLayout3.xml"/><Relationship Id="rId6" Type="http://schemas.openxmlformats.org/officeDocument/2006/relationships/diagramColors" Target="../diagrams/colors2.xml"/><Relationship Id="rId11" Type="http://schemas.openxmlformats.org/officeDocument/2006/relationships/image" Target="../media/image17.png"/><Relationship Id="rId5" Type="http://schemas.openxmlformats.org/officeDocument/2006/relationships/diagramQuickStyle" Target="../diagrams/quickStyle2.xml"/><Relationship Id="rId10" Type="http://schemas.openxmlformats.org/officeDocument/2006/relationships/image" Target="../media/image16.png"/><Relationship Id="rId4" Type="http://schemas.openxmlformats.org/officeDocument/2006/relationships/diagramLayout" Target="../diagrams/layout2.xml"/><Relationship Id="rId9" Type="http://schemas.openxmlformats.org/officeDocument/2006/relationships/image" Target="../media/image17.svg"/><Relationship Id="rId14" Type="http://schemas.microsoft.com/office/2007/relationships/diagramDrawing" Target="../diagrams/drawing2.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audio" Target="../media/audio1.bin"/><Relationship Id="rId1" Type="http://schemas.openxmlformats.org/officeDocument/2006/relationships/slideLayout" Target="../slideLayouts/slideLayout3.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bin"/><Relationship Id="rId1" Type="http://schemas.openxmlformats.org/officeDocument/2006/relationships/slideLayout" Target="../slideLayouts/slideLayout3.xml"/><Relationship Id="rId5" Type="http://schemas.openxmlformats.org/officeDocument/2006/relationships/audio" Target="../media/audio1.wav"/><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555" y="142646"/>
            <a:ext cx="6566315" cy="1665579"/>
          </a:xfrm>
        </p:spPr>
        <p:txBody>
          <a:bodyPr>
            <a:normAutofit/>
          </a:bodyPr>
          <a:lstStyle/>
          <a:p>
            <a:r>
              <a:rPr lang="en-US" sz="7200" b="1" i="1" dirty="0">
                <a:solidFill>
                  <a:srgbClr val="FF0000"/>
                </a:solidFill>
                <a:latin typeface="Algerian" panose="04020705040A02060702" pitchFamily="82" charset="0"/>
              </a:rPr>
              <a:t>CYBER CRIME </a:t>
            </a:r>
            <a:endParaRPr lang="en-US" sz="7200" b="1" i="1" dirty="0">
              <a:solidFill>
                <a:srgbClr val="FF0000"/>
              </a:solidFill>
            </a:endParaRPr>
          </a:p>
        </p:txBody>
      </p:sp>
      <p:sp>
        <p:nvSpPr>
          <p:cNvPr id="8" name="TextBox 7">
            <a:extLst>
              <a:ext uri="{FF2B5EF4-FFF2-40B4-BE49-F238E27FC236}">
                <a16:creationId xmlns:a16="http://schemas.microsoft.com/office/drawing/2014/main" xmlns="" id="{0916CFC2-7011-C4A8-D477-9B9333D2A7F1}"/>
              </a:ext>
            </a:extLst>
          </p:cNvPr>
          <p:cNvSpPr txBox="1"/>
          <p:nvPr/>
        </p:nvSpPr>
        <p:spPr>
          <a:xfrm>
            <a:off x="4642929" y="2233196"/>
            <a:ext cx="3970330" cy="677108"/>
          </a:xfrm>
          <a:prstGeom prst="rect">
            <a:avLst/>
          </a:prstGeom>
          <a:noFill/>
        </p:spPr>
        <p:txBody>
          <a:bodyPr wrap="square" rtlCol="0">
            <a:spAutoFit/>
          </a:bodyPr>
          <a:lstStyle/>
          <a:p>
            <a:r>
              <a:rPr lang="en-IN" u="sng" dirty="0"/>
              <a:t>Presented By :</a:t>
            </a:r>
          </a:p>
          <a:p>
            <a:r>
              <a:rPr lang="en-IN" dirty="0"/>
              <a:t> </a:t>
            </a:r>
            <a:r>
              <a:rPr lang="en-IN" sz="2000" b="1" dirty="0">
                <a:solidFill>
                  <a:schemeClr val="tx1">
                    <a:lumMod val="95000"/>
                    <a:lumOff val="5000"/>
                  </a:schemeClr>
                </a:solidFill>
                <a:latin typeface="CentSchbkCyrill BT" panose="02040603050705020303" pitchFamily="18" charset="-52"/>
              </a:rPr>
              <a:t>SHAGUN &amp; SURUCHI</a:t>
            </a:r>
            <a:endParaRPr lang="en-IN" b="1" dirty="0">
              <a:solidFill>
                <a:schemeClr val="tx1">
                  <a:lumMod val="95000"/>
                  <a:lumOff val="5000"/>
                </a:schemeClr>
              </a:solidFill>
              <a:latin typeface="CentSchbkCyrill BT" panose="02040603050705020303" pitchFamily="18" charset="-52"/>
            </a:endParaRPr>
          </a:p>
        </p:txBody>
      </p:sp>
      <p:pic>
        <p:nvPicPr>
          <p:cNvPr id="12" name="Picture 11">
            <a:extLst>
              <a:ext uri="{FF2B5EF4-FFF2-40B4-BE49-F238E27FC236}">
                <a16:creationId xmlns:a16="http://schemas.microsoft.com/office/drawing/2014/main" xmlns="" id="{5B015993-AB36-9D4F-0E3D-CEF4479660BA}"/>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793640" y="210061"/>
            <a:ext cx="2901395" cy="2176047"/>
          </a:xfrm>
          <a:prstGeom prst="rect">
            <a:avLst/>
          </a:prstGeom>
        </p:spPr>
      </p:pic>
    </p:spTree>
    <p:extLst>
      <p:ext uri="{BB962C8B-B14F-4D97-AF65-F5344CB8AC3E}">
        <p14:creationId xmlns:p14="http://schemas.microsoft.com/office/powerpoint/2010/main" xmlns="" val="363920370"/>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5" name="suction.wav"/>
          </p:stSnd>
        </p:sndAc>
      </p:transition>
    </mc:Choice>
    <mc:Fallback>
      <p:transition spd="slow">
        <p:fade/>
        <p:sndAc>
          <p:stSnd>
            <p:snd r:embed="rId3" name="suction.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i="1" u="sng" dirty="0"/>
              <a:t>INTRODUCTION</a:t>
            </a:r>
          </a:p>
        </p:txBody>
      </p:sp>
      <p:sp>
        <p:nvSpPr>
          <p:cNvPr id="5" name="Content Placeholder 4"/>
          <p:cNvSpPr>
            <a:spLocks noGrp="1"/>
          </p:cNvSpPr>
          <p:nvPr>
            <p:ph idx="1"/>
          </p:nvPr>
        </p:nvSpPr>
        <p:spPr>
          <a:xfrm>
            <a:off x="2281425" y="1197405"/>
            <a:ext cx="6108200" cy="3206805"/>
          </a:xfrm>
        </p:spPr>
        <p:txBody>
          <a:bodyPr>
            <a:normAutofit/>
          </a:bodyPr>
          <a:lstStyle/>
          <a:p>
            <a:pPr marL="0" indent="0">
              <a:buFont typeface="Wingdings" pitchFamily="2" charset="2"/>
              <a:buChar char="v"/>
            </a:pPr>
            <a:r>
              <a:rPr lang="en-US" dirty="0" smtClean="0">
                <a:solidFill>
                  <a:srgbClr val="E8EAED"/>
                </a:solidFill>
                <a:latin typeface="Gabriola" panose="04040605051002020D02" pitchFamily="82" charset="0"/>
              </a:rPr>
              <a:t> </a:t>
            </a:r>
            <a:r>
              <a:rPr lang="en-US" dirty="0" smtClean="0">
                <a:solidFill>
                  <a:srgbClr val="E8EAED"/>
                </a:solidFill>
                <a:latin typeface="Gabriola" panose="04040605051002020D02" pitchFamily="82" charset="0"/>
              </a:rPr>
              <a:t> The  internet in </a:t>
            </a:r>
            <a:r>
              <a:rPr lang="en-US" dirty="0" smtClean="0">
                <a:solidFill>
                  <a:srgbClr val="E8EAED"/>
                </a:solidFill>
                <a:latin typeface="Gabriola" panose="04040605051002020D02" pitchFamily="82" charset="0"/>
              </a:rPr>
              <a:t>I</a:t>
            </a:r>
            <a:r>
              <a:rPr lang="en-US" dirty="0" smtClean="0">
                <a:solidFill>
                  <a:srgbClr val="E8EAED"/>
                </a:solidFill>
                <a:latin typeface="Gabriola" panose="04040605051002020D02" pitchFamily="82" charset="0"/>
              </a:rPr>
              <a:t>ndia growing rapidly. It has given rise to new opportunities in every field  we can think of be it entertainment , business , sports or education . </a:t>
            </a:r>
          </a:p>
          <a:p>
            <a:pPr marL="0" indent="0">
              <a:buFont typeface="Wingdings" pitchFamily="2" charset="2"/>
              <a:buChar char="v"/>
            </a:pPr>
            <a:r>
              <a:rPr lang="en-US" dirty="0" smtClean="0">
                <a:solidFill>
                  <a:srgbClr val="E8EAED"/>
                </a:solidFill>
                <a:latin typeface="Gabriola" panose="04040605051002020D02" pitchFamily="82" charset="0"/>
              </a:rPr>
              <a:t>There are two sides of  a coin . Internet also has it’s own disadvantage which includes ‘ CYBER-CRIME ’ - illegal activity committed on the internet . </a:t>
            </a:r>
            <a:endParaRPr lang="en-US" dirty="0">
              <a:latin typeface="Gabriola" panose="04040605051002020D02" pitchFamily="82" charset="0"/>
            </a:endParaRPr>
          </a:p>
        </p:txBody>
      </p:sp>
      <p:pic>
        <p:nvPicPr>
          <p:cNvPr id="3" name="Graphic 2" descr="Internet with solid fill">
            <a:extLst>
              <a:ext uri="{FF2B5EF4-FFF2-40B4-BE49-F238E27FC236}">
                <a16:creationId xmlns:a16="http://schemas.microsoft.com/office/drawing/2014/main" xmlns="" id="{4B7FEE9F-CECA-2F5A-A08D-62661D06FDB4}"/>
              </a:ext>
            </a:extLst>
          </p:cNvPr>
          <p:cNvPicPr>
            <a:picLocks noChangeAspect="1"/>
          </p:cNvPicPr>
          <p:nvPr/>
        </p:nvPicPr>
        <p:blipFill>
          <a:blip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p:blipFill>
        <p:spPr>
          <a:xfrm>
            <a:off x="3245062" y="3717037"/>
            <a:ext cx="1374345" cy="1374345"/>
          </a:xfrm>
          <a:prstGeom prst="rect">
            <a:avLst/>
          </a:prstGeom>
          <a:effectLst>
            <a:outerShdw blurRad="152400" dist="317500" dir="5400000" sx="90000" sy="-19000" rotWithShape="0">
              <a:prstClr val="black">
                <a:alpha val="15000"/>
              </a:prstClr>
            </a:outerShdw>
          </a:effectLst>
        </p:spPr>
      </p:pic>
    </p:spTree>
    <p:extLst>
      <p:ext uri="{BB962C8B-B14F-4D97-AF65-F5344CB8AC3E}">
        <p14:creationId xmlns:p14="http://schemas.microsoft.com/office/powerpoint/2010/main" xmlns="" val="1101633878"/>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5"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13885" y="136963"/>
            <a:ext cx="6413610" cy="916229"/>
          </a:xfrm>
        </p:spPr>
        <p:txBody>
          <a:bodyPr/>
          <a:lstStyle/>
          <a:p>
            <a:r>
              <a:rPr lang="en-US" b="1" i="1" u="sng" dirty="0"/>
              <a:t>DEFINING </a:t>
            </a:r>
            <a:r>
              <a:rPr lang="en-US" b="1" i="1" u="sng" dirty="0">
                <a:solidFill>
                  <a:srgbClr val="FF0000"/>
                </a:solidFill>
              </a:rPr>
              <a:t>CYBER CRIME</a:t>
            </a:r>
          </a:p>
        </p:txBody>
      </p:sp>
      <p:sp>
        <p:nvSpPr>
          <p:cNvPr id="5" name="Content Placeholder 4"/>
          <p:cNvSpPr>
            <a:spLocks noGrp="1"/>
          </p:cNvSpPr>
          <p:nvPr>
            <p:ph idx="1"/>
          </p:nvPr>
        </p:nvSpPr>
        <p:spPr>
          <a:xfrm>
            <a:off x="2434131" y="2571750"/>
            <a:ext cx="5815217" cy="2137870"/>
          </a:xfrm>
        </p:spPr>
        <p:txBody>
          <a:bodyPr>
            <a:normAutofit fontScale="92500" lnSpcReduction="20000"/>
          </a:bodyPr>
          <a:lstStyle/>
          <a:p>
            <a:pPr marL="0" indent="0">
              <a:buNone/>
            </a:pPr>
            <a:r>
              <a:rPr lang="en-US" b="0" i="0" dirty="0">
                <a:solidFill>
                  <a:srgbClr val="E8EAED"/>
                </a:solidFill>
                <a:effectLst/>
                <a:latin typeface="Gabriola" panose="04040605051002020D02" pitchFamily="82" charset="0"/>
              </a:rPr>
              <a:t>Cybercrime is </a:t>
            </a:r>
            <a:r>
              <a:rPr lang="en-US" b="0" i="0" dirty="0">
                <a:solidFill>
                  <a:srgbClr val="E2EEFF"/>
                </a:solidFill>
                <a:effectLst/>
                <a:latin typeface="Gabriola" panose="04040605051002020D02" pitchFamily="82" charset="0"/>
              </a:rPr>
              <a:t>criminal activity that either targets or uses a computer, a computer network or a networked device</a:t>
            </a:r>
            <a:r>
              <a:rPr lang="en-US" b="0" i="0" dirty="0">
                <a:solidFill>
                  <a:srgbClr val="E8EAED"/>
                </a:solidFill>
                <a:effectLst/>
                <a:latin typeface="Gabriola" panose="04040605051002020D02" pitchFamily="82" charset="0"/>
              </a:rPr>
              <a:t>. Most cybercrime is committed by cybercriminals or hackers who want to make money. However, occasionally cybercrime aims to damage computers or networks for reasons other than profit.</a:t>
            </a:r>
            <a:endParaRPr lang="en-US" dirty="0">
              <a:latin typeface="Gabriola" panose="04040605051002020D02" pitchFamily="82" charset="0"/>
            </a:endParaRPr>
          </a:p>
        </p:txBody>
      </p:sp>
      <p:pic>
        <p:nvPicPr>
          <p:cNvPr id="9" name="Picture 8">
            <a:extLst>
              <a:ext uri="{FF2B5EF4-FFF2-40B4-BE49-F238E27FC236}">
                <a16:creationId xmlns:a16="http://schemas.microsoft.com/office/drawing/2014/main" xmlns="" id="{C69EE721-4587-BA3B-9E5F-EEDC1F2236E3}"/>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814041" y="1140372"/>
            <a:ext cx="3875504" cy="1350110"/>
          </a:xfrm>
          <a:prstGeom prst="rect">
            <a:avLst/>
          </a:prstGeom>
        </p:spPr>
      </p:pic>
      <p:pic>
        <p:nvPicPr>
          <p:cNvPr id="11" name="Picture 10">
            <a:extLst>
              <a:ext uri="{FF2B5EF4-FFF2-40B4-BE49-F238E27FC236}">
                <a16:creationId xmlns:a16="http://schemas.microsoft.com/office/drawing/2014/main" xmlns="" id="{3323AA5C-85AC-8289-5E83-0D9A8569C240}"/>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2435713" y="282311"/>
            <a:ext cx="1969927" cy="2289439"/>
          </a:xfrm>
          <a:prstGeom prst="rect">
            <a:avLst/>
          </a:prstGeom>
        </p:spPr>
      </p:pic>
    </p:spTree>
    <p:extLst>
      <p:ext uri="{BB962C8B-B14F-4D97-AF65-F5344CB8AC3E}">
        <p14:creationId xmlns:p14="http://schemas.microsoft.com/office/powerpoint/2010/main" xmlns="" val="3724870524"/>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5"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E78807-B13E-3754-41E4-6B1353129A60}"/>
              </a:ext>
            </a:extLst>
          </p:cNvPr>
          <p:cNvSpPr>
            <a:spLocks noGrp="1"/>
          </p:cNvSpPr>
          <p:nvPr>
            <p:ph type="title"/>
          </p:nvPr>
        </p:nvSpPr>
        <p:spPr>
          <a:xfrm>
            <a:off x="2259980" y="420673"/>
            <a:ext cx="6413610" cy="916229"/>
          </a:xfrm>
        </p:spPr>
        <p:txBody>
          <a:bodyPr/>
          <a:lstStyle/>
          <a:p>
            <a:r>
              <a:rPr lang="en-IN" b="1" i="1" u="sng" dirty="0"/>
              <a:t>TYPES OF </a:t>
            </a:r>
            <a:r>
              <a:rPr lang="en-IN" b="1" i="1" u="sng" dirty="0">
                <a:solidFill>
                  <a:srgbClr val="FF0000"/>
                </a:solidFill>
              </a:rPr>
              <a:t>CYBER CRIMES</a:t>
            </a:r>
          </a:p>
        </p:txBody>
      </p:sp>
      <p:sp>
        <p:nvSpPr>
          <p:cNvPr id="3" name="Content Placeholder 2">
            <a:extLst>
              <a:ext uri="{FF2B5EF4-FFF2-40B4-BE49-F238E27FC236}">
                <a16:creationId xmlns:a16="http://schemas.microsoft.com/office/drawing/2014/main" xmlns="" id="{38949ABC-862C-EAE6-E83D-68C1CA3D83DC}"/>
              </a:ext>
            </a:extLst>
          </p:cNvPr>
          <p:cNvSpPr>
            <a:spLocks noGrp="1"/>
          </p:cNvSpPr>
          <p:nvPr>
            <p:ph idx="1"/>
          </p:nvPr>
        </p:nvSpPr>
        <p:spPr>
          <a:xfrm>
            <a:off x="2306167" y="1336902"/>
            <a:ext cx="6413610" cy="3511061"/>
          </a:xfrm>
        </p:spPr>
        <p:txBody>
          <a:bodyPr>
            <a:normAutofit lnSpcReduction="10000"/>
          </a:bodyPr>
          <a:lstStyle/>
          <a:p>
            <a:pPr algn="l">
              <a:buNone/>
            </a:pPr>
            <a:endParaRPr lang="en-US" b="0" i="0" dirty="0">
              <a:effectLst/>
              <a:latin typeface="Arial" panose="020B0604020202020204" pitchFamily="34" charset="0"/>
            </a:endParaRPr>
          </a:p>
          <a:p>
            <a:pPr algn="l">
              <a:buFont typeface="Wingdings" panose="05000000000000000000" pitchFamily="2" charset="2"/>
              <a:buChar char="v"/>
            </a:pPr>
            <a:r>
              <a:rPr lang="en-US" b="0" i="0" dirty="0" smtClean="0">
                <a:effectLst/>
                <a:latin typeface="Arial" panose="020B0604020202020204" pitchFamily="34" charset="0"/>
              </a:rPr>
              <a:t>Hacking</a:t>
            </a:r>
            <a:endParaRPr lang="en-US" b="0" i="0" dirty="0">
              <a:effectLst/>
              <a:latin typeface="Arial" panose="020B0604020202020204" pitchFamily="34" charset="0"/>
            </a:endParaRPr>
          </a:p>
          <a:p>
            <a:pPr algn="l">
              <a:buFont typeface="Wingdings" panose="05000000000000000000" pitchFamily="2" charset="2"/>
              <a:buChar char="v"/>
            </a:pPr>
            <a:r>
              <a:rPr lang="en-US" b="0" i="0" dirty="0" smtClean="0">
                <a:effectLst/>
                <a:latin typeface="Arial" panose="020B0604020202020204" pitchFamily="34" charset="0"/>
              </a:rPr>
              <a:t>E-mail </a:t>
            </a:r>
            <a:r>
              <a:rPr lang="en-US" b="0" i="0" dirty="0">
                <a:effectLst/>
                <a:latin typeface="Arial" panose="020B0604020202020204" pitchFamily="34" charset="0"/>
              </a:rPr>
              <a:t>Bombing</a:t>
            </a:r>
          </a:p>
          <a:p>
            <a:pPr algn="l">
              <a:buFont typeface="Wingdings" panose="05000000000000000000" pitchFamily="2" charset="2"/>
              <a:buChar char="v"/>
            </a:pPr>
            <a:r>
              <a:rPr lang="en-US" b="0" i="0" dirty="0">
                <a:effectLst/>
                <a:latin typeface="Arial" panose="020B0604020202020204" pitchFamily="34" charset="0"/>
              </a:rPr>
              <a:t>Spamming</a:t>
            </a:r>
          </a:p>
          <a:p>
            <a:pPr algn="l">
              <a:buFont typeface="Wingdings" panose="05000000000000000000" pitchFamily="2" charset="2"/>
              <a:buChar char="v"/>
            </a:pPr>
            <a:r>
              <a:rPr lang="en-US" b="0" i="0" dirty="0">
                <a:effectLst/>
                <a:latin typeface="Arial" panose="020B0604020202020204" pitchFamily="34" charset="0"/>
              </a:rPr>
              <a:t>Cyber bullying</a:t>
            </a:r>
          </a:p>
          <a:p>
            <a:pPr algn="l">
              <a:buFont typeface="Wingdings" panose="05000000000000000000" pitchFamily="2" charset="2"/>
              <a:buChar char="v"/>
            </a:pPr>
            <a:r>
              <a:rPr lang="en-US" b="0" i="0" dirty="0">
                <a:effectLst/>
                <a:latin typeface="Arial" panose="020B0604020202020204" pitchFamily="34" charset="0"/>
              </a:rPr>
              <a:t>Cyber stalking</a:t>
            </a:r>
          </a:p>
          <a:p>
            <a:pPr algn="l">
              <a:buFont typeface="Wingdings" panose="05000000000000000000" pitchFamily="2" charset="2"/>
              <a:buChar char="v"/>
            </a:pPr>
            <a:r>
              <a:rPr lang="en-US" b="0" i="0" dirty="0">
                <a:effectLst/>
                <a:latin typeface="Arial" panose="020B0604020202020204" pitchFamily="34" charset="0"/>
              </a:rPr>
              <a:t>Theft</a:t>
            </a:r>
          </a:p>
          <a:p>
            <a:pPr algn="l">
              <a:buNone/>
            </a:pPr>
            <a:endParaRPr lang="en-US" b="0" i="0" dirty="0">
              <a:effectLst/>
              <a:latin typeface="Arial" panose="020B0604020202020204" pitchFamily="34" charset="0"/>
            </a:endParaRPr>
          </a:p>
          <a:p>
            <a:pPr>
              <a:buFont typeface="Wingdings" panose="05000000000000000000" pitchFamily="2" charset="2"/>
              <a:buChar char="v"/>
            </a:pPr>
            <a:endParaRPr lang="en-IN" dirty="0"/>
          </a:p>
        </p:txBody>
      </p:sp>
      <p:pic>
        <p:nvPicPr>
          <p:cNvPr id="8" name="Picture 7">
            <a:extLst>
              <a:ext uri="{FF2B5EF4-FFF2-40B4-BE49-F238E27FC236}">
                <a16:creationId xmlns:a16="http://schemas.microsoft.com/office/drawing/2014/main" xmlns="" id="{35A62149-35EF-67EC-1BDE-CCC6CA868616}"/>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350589" y="1352355"/>
            <a:ext cx="3183811" cy="2748690"/>
          </a:xfrm>
          <a:prstGeom prst="rect">
            <a:avLst/>
          </a:prstGeom>
        </p:spPr>
      </p:pic>
    </p:spTree>
    <p:extLst>
      <p:ext uri="{BB962C8B-B14F-4D97-AF65-F5344CB8AC3E}">
        <p14:creationId xmlns:p14="http://schemas.microsoft.com/office/powerpoint/2010/main" xmlns="" val="2919658374"/>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4"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E877F1-225E-7BEC-DB13-0B9AF1EFE422}"/>
              </a:ext>
            </a:extLst>
          </p:cNvPr>
          <p:cNvSpPr>
            <a:spLocks noGrp="1"/>
          </p:cNvSpPr>
          <p:nvPr>
            <p:ph type="title"/>
          </p:nvPr>
        </p:nvSpPr>
        <p:spPr>
          <a:xfrm>
            <a:off x="2730390" y="210754"/>
            <a:ext cx="6413610" cy="916229"/>
          </a:xfrm>
        </p:spPr>
        <p:txBody>
          <a:bodyPr/>
          <a:lstStyle/>
          <a:p>
            <a:r>
              <a:rPr lang="en-IN" b="1" i="1" dirty="0"/>
              <a:t>SAFETY TIPS FOR </a:t>
            </a:r>
            <a:r>
              <a:rPr lang="en-IN" b="1" i="1" dirty="0">
                <a:solidFill>
                  <a:srgbClr val="FF0000"/>
                </a:solidFill>
              </a:rPr>
              <a:t>CYBER CRIME</a:t>
            </a:r>
          </a:p>
        </p:txBody>
      </p:sp>
      <p:graphicFrame>
        <p:nvGraphicFramePr>
          <p:cNvPr id="4" name="Content Placeholder 3">
            <a:extLst>
              <a:ext uri="{FF2B5EF4-FFF2-40B4-BE49-F238E27FC236}">
                <a16:creationId xmlns:a16="http://schemas.microsoft.com/office/drawing/2014/main" xmlns="" id="{50FD038B-69B6-A77F-2EFF-A00D4DEB2A0A}"/>
              </a:ext>
            </a:extLst>
          </p:cNvPr>
          <p:cNvGraphicFramePr>
            <a:graphicFrameLocks noGrp="1"/>
          </p:cNvGraphicFramePr>
          <p:nvPr>
            <p:ph idx="1"/>
            <p:extLst>
              <p:ext uri="{D42A27DB-BD31-4B8C-83A1-F6EECF244321}">
                <p14:modId xmlns:p14="http://schemas.microsoft.com/office/powerpoint/2010/main" xmlns="" val="1152150425"/>
              </p:ext>
            </p:extLst>
          </p:nvPr>
        </p:nvGraphicFramePr>
        <p:xfrm>
          <a:off x="2892245" y="1197405"/>
          <a:ext cx="5344675" cy="27486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4224325118"/>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7"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58FADBE-EA9F-9CD4-3662-C97246796055}"/>
              </a:ext>
            </a:extLst>
          </p:cNvPr>
          <p:cNvSpPr>
            <a:spLocks noGrp="1"/>
          </p:cNvSpPr>
          <p:nvPr>
            <p:ph idx="1"/>
          </p:nvPr>
        </p:nvSpPr>
        <p:spPr>
          <a:xfrm>
            <a:off x="2434130" y="1273758"/>
            <a:ext cx="5497378" cy="2595984"/>
          </a:xfrm>
        </p:spPr>
        <p:txBody>
          <a:bodyPr>
            <a:normAutofit fontScale="92500" lnSpcReduction="20000"/>
          </a:bodyPr>
          <a:lstStyle/>
          <a:p>
            <a:pPr marL="0" indent="0">
              <a:buNone/>
            </a:pPr>
            <a:r>
              <a:rPr lang="en-US" sz="1800" b="0" i="0" dirty="0">
                <a:effectLst/>
                <a:latin typeface="Humnst777 Cn BT" panose="020B0506030504020204" pitchFamily="34" charset="0"/>
              </a:rPr>
              <a:t>The technique of protecting internet-connected systems such as computers, servers, mobile devices, electronic systems, networks, and data from malicious attacks is known as cybersecurity. We can divide cybersecurity into two parts one is cyber, and the other is security. Cyber refers to the technology that includes systems, networks, programs, and data. And security is concerned with the protection of systems, networks, applications, and information. In some cases, it is also called </a:t>
            </a:r>
            <a:r>
              <a:rPr lang="en-US" sz="1800" b="1" i="0" dirty="0">
                <a:solidFill>
                  <a:srgbClr val="FF0000"/>
                </a:solidFill>
                <a:effectLst/>
                <a:latin typeface="Humnst777 Cn BT" panose="020B0506030504020204" pitchFamily="34" charset="0"/>
              </a:rPr>
              <a:t>electronic information</a:t>
            </a:r>
            <a:r>
              <a:rPr lang="en-US" sz="1800" b="1" dirty="0">
                <a:solidFill>
                  <a:srgbClr val="FF0000"/>
                </a:solidFill>
                <a:latin typeface="Humnst777 Cn BT" panose="020B0506030504020204" pitchFamily="34" charset="0"/>
              </a:rPr>
              <a:t> </a:t>
            </a:r>
            <a:r>
              <a:rPr lang="en-US" sz="1800" b="1" i="0" dirty="0">
                <a:effectLst/>
                <a:latin typeface="Humnst777 Cn BT" panose="020B0506030504020204" pitchFamily="34" charset="0"/>
              </a:rPr>
              <a:t>security</a:t>
            </a:r>
            <a:r>
              <a:rPr lang="en-US" sz="1800" b="0" i="0" dirty="0">
                <a:effectLst/>
                <a:latin typeface="Humnst777 Cn BT" panose="020B0506030504020204" pitchFamily="34" charset="0"/>
              </a:rPr>
              <a:t> or </a:t>
            </a:r>
            <a:r>
              <a:rPr lang="en-US" sz="1800" b="1" i="0" dirty="0">
                <a:solidFill>
                  <a:srgbClr val="FF0000"/>
                </a:solidFill>
                <a:effectLst/>
                <a:latin typeface="Humnst777 Cn BT" panose="020B0506030504020204" pitchFamily="34" charset="0"/>
              </a:rPr>
              <a:t>information technology</a:t>
            </a:r>
            <a:r>
              <a:rPr lang="en-US" sz="1800" b="1" i="0" dirty="0">
                <a:effectLst/>
                <a:latin typeface="Humnst777 Cn BT" panose="020B0506030504020204" pitchFamily="34" charset="0"/>
              </a:rPr>
              <a:t> security</a:t>
            </a:r>
            <a:r>
              <a:rPr lang="en-US" sz="1800" b="0" i="0" dirty="0">
                <a:effectLst/>
                <a:latin typeface="Humnst777 Cn BT" panose="020B0506030504020204" pitchFamily="34" charset="0"/>
              </a:rPr>
              <a:t>.</a:t>
            </a:r>
            <a:endParaRPr lang="en-IN" sz="1800" dirty="0">
              <a:latin typeface="Humnst777 Cn BT" panose="020B0506030504020204" pitchFamily="34" charset="0"/>
            </a:endParaRPr>
          </a:p>
        </p:txBody>
      </p:sp>
      <p:pic>
        <p:nvPicPr>
          <p:cNvPr id="7" name="Picture 6">
            <a:extLst>
              <a:ext uri="{FF2B5EF4-FFF2-40B4-BE49-F238E27FC236}">
                <a16:creationId xmlns:a16="http://schemas.microsoft.com/office/drawing/2014/main" xmlns="" id="{8FD5FB7C-8CE5-9CF9-DFF8-A057FB7E6448}"/>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892245" y="333694"/>
            <a:ext cx="4121148" cy="940064"/>
          </a:xfrm>
          <a:prstGeom prst="rect">
            <a:avLst/>
          </a:prstGeom>
        </p:spPr>
      </p:pic>
    </p:spTree>
    <p:extLst>
      <p:ext uri="{BB962C8B-B14F-4D97-AF65-F5344CB8AC3E}">
        <p14:creationId xmlns:p14="http://schemas.microsoft.com/office/powerpoint/2010/main" xmlns="" val="3825821506"/>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4"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49E2BC-77AC-826A-4D4A-24C182602E43}"/>
              </a:ext>
            </a:extLst>
          </p:cNvPr>
          <p:cNvSpPr>
            <a:spLocks noGrp="1"/>
          </p:cNvSpPr>
          <p:nvPr>
            <p:ph type="title"/>
          </p:nvPr>
        </p:nvSpPr>
        <p:spPr>
          <a:xfrm>
            <a:off x="2434130" y="128470"/>
            <a:ext cx="6413610" cy="916229"/>
          </a:xfrm>
        </p:spPr>
        <p:txBody>
          <a:bodyPr>
            <a:normAutofit fontScale="90000"/>
          </a:bodyPr>
          <a:lstStyle/>
          <a:p>
            <a:r>
              <a:rPr lang="en-IN" b="1" i="1" u="sng" dirty="0"/>
              <a:t>ADVANTAGES OF </a:t>
            </a:r>
            <a:r>
              <a:rPr lang="en-IN" b="1" i="1" u="sng" dirty="0">
                <a:solidFill>
                  <a:schemeClr val="tx2">
                    <a:lumMod val="60000"/>
                    <a:lumOff val="40000"/>
                  </a:schemeClr>
                </a:solidFill>
              </a:rPr>
              <a:t>CYBER SECURITY</a:t>
            </a:r>
          </a:p>
        </p:txBody>
      </p:sp>
      <p:graphicFrame>
        <p:nvGraphicFramePr>
          <p:cNvPr id="4" name="Content Placeholder 3">
            <a:extLst>
              <a:ext uri="{FF2B5EF4-FFF2-40B4-BE49-F238E27FC236}">
                <a16:creationId xmlns:a16="http://schemas.microsoft.com/office/drawing/2014/main" xmlns="" id="{B473BED7-6C01-3D0C-4716-968D7556E30E}"/>
              </a:ext>
            </a:extLst>
          </p:cNvPr>
          <p:cNvGraphicFramePr>
            <a:graphicFrameLocks noGrp="1"/>
          </p:cNvGraphicFramePr>
          <p:nvPr>
            <p:ph idx="1"/>
            <p:extLst>
              <p:ext uri="{D42A27DB-BD31-4B8C-83A1-F6EECF244321}">
                <p14:modId xmlns:p14="http://schemas.microsoft.com/office/powerpoint/2010/main" xmlns="" val="3679524416"/>
              </p:ext>
            </p:extLst>
          </p:nvPr>
        </p:nvGraphicFramePr>
        <p:xfrm>
          <a:off x="1976015" y="1053384"/>
          <a:ext cx="6260905" cy="33595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raphic 5" descr="Lock with solid fill">
            <a:extLst>
              <a:ext uri="{FF2B5EF4-FFF2-40B4-BE49-F238E27FC236}">
                <a16:creationId xmlns:a16="http://schemas.microsoft.com/office/drawing/2014/main" xmlns="" id="{82EA6934-8F7A-DC7B-2945-8A600A966945}"/>
              </a:ext>
            </a:extLst>
          </p:cNvPr>
          <p:cNvPicPr>
            <a:picLocks noChangeAspect="1"/>
          </p:cNvPicPr>
          <p:nvPr/>
        </p:nvPicPr>
        <p:blipFill>
          <a:blip r:embed="rId7">
            <a:extLst>
              <a:ext uri="{28A0092B-C50C-407E-A947-70E740481C1C}">
                <a14:useLocalDpi xmlns:a14="http://schemas.microsoft.com/office/drawing/2010/main" xmlns="" val="0"/>
              </a:ext>
              <a:ext uri="{96DAC541-7B7A-43D3-8B79-37D633B846F1}">
                <asvg:svgBlip xmlns:asvg="http://schemas.microsoft.com/office/drawing/2016/SVG/main" xmlns="" r:embed="rId9"/>
              </a:ext>
            </a:extLst>
          </a:blip>
          <a:stretch>
            <a:fillRect/>
          </a:stretch>
        </p:blipFill>
        <p:spPr>
          <a:xfrm>
            <a:off x="2739540" y="2733138"/>
            <a:ext cx="1603980" cy="1603980"/>
          </a:xfrm>
          <a:prstGeom prst="rect">
            <a:avLst/>
          </a:prstGeom>
        </p:spPr>
      </p:pic>
      <p:pic>
        <p:nvPicPr>
          <p:cNvPr id="8" name="Picture 7">
            <a:extLst>
              <a:ext uri="{FF2B5EF4-FFF2-40B4-BE49-F238E27FC236}">
                <a16:creationId xmlns:a16="http://schemas.microsoft.com/office/drawing/2014/main" xmlns="" id="{1FBB50DE-6C2B-22CE-5A55-2A9C70CB3EC5}"/>
              </a:ext>
            </a:extLst>
          </p:cNvPr>
          <p:cNvPicPr>
            <a:picLocks noChangeAspect="1"/>
          </p:cNvPicPr>
          <p:nvPr/>
        </p:nvPicPr>
        <p:blipFill>
          <a:blip r:embed="rId10" cstate="print">
            <a:extLst>
              <a:ext uri="{28A0092B-C50C-407E-A947-70E740481C1C}">
                <a14:useLocalDpi xmlns:a14="http://schemas.microsoft.com/office/drawing/2010/main" xmlns="" val="0"/>
              </a:ext>
            </a:extLst>
          </a:blip>
          <a:stretch>
            <a:fillRect/>
          </a:stretch>
        </p:blipFill>
        <p:spPr>
          <a:xfrm>
            <a:off x="6251755" y="1258984"/>
            <a:ext cx="3206806" cy="2228996"/>
          </a:xfrm>
          <a:prstGeom prst="rect">
            <a:avLst/>
          </a:prstGeom>
        </p:spPr>
      </p:pic>
      <p:pic>
        <p:nvPicPr>
          <p:cNvPr id="10" name="Graphic 9" descr="Cloud Computing with solid fill">
            <a:extLst>
              <a:ext uri="{FF2B5EF4-FFF2-40B4-BE49-F238E27FC236}">
                <a16:creationId xmlns:a16="http://schemas.microsoft.com/office/drawing/2014/main" xmlns="" id="{5AE1C164-F33D-D6F5-A418-C41635A930F2}"/>
              </a:ext>
            </a:extLst>
          </p:cNvPr>
          <p:cNvPicPr>
            <a:picLocks noChangeAspect="1"/>
          </p:cNvPicPr>
          <p:nvPr/>
        </p:nvPicPr>
        <p:blipFill>
          <a:blip r:embed="rId11" cstate="print">
            <a:extLst>
              <a:ext uri="{28A0092B-C50C-407E-A947-70E740481C1C}">
                <a14:useLocalDpi xmlns:a14="http://schemas.microsoft.com/office/drawing/2010/main" xmlns="" val="0"/>
              </a:ext>
              <a:ext uri="{96DAC541-7B7A-43D3-8B79-37D633B846F1}">
                <asvg:svgBlip xmlns:asvg="http://schemas.microsoft.com/office/drawing/2016/SVG/main" xmlns="" r:embed="rId12"/>
              </a:ext>
            </a:extLst>
          </a:blip>
          <a:stretch>
            <a:fillRect/>
          </a:stretch>
        </p:blipFill>
        <p:spPr>
          <a:xfrm rot="20768644">
            <a:off x="6764237" y="2427848"/>
            <a:ext cx="516839" cy="516839"/>
          </a:xfrm>
          <a:prstGeom prst="rect">
            <a:avLst/>
          </a:prstGeom>
        </p:spPr>
      </p:pic>
    </p:spTree>
    <p:extLst>
      <p:ext uri="{BB962C8B-B14F-4D97-AF65-F5344CB8AC3E}">
        <p14:creationId xmlns:p14="http://schemas.microsoft.com/office/powerpoint/2010/main" xmlns="" val="2696895486"/>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13"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D83C50-413F-6AC9-9713-017C21D77E75}"/>
              </a:ext>
            </a:extLst>
          </p:cNvPr>
          <p:cNvSpPr>
            <a:spLocks noGrp="1"/>
          </p:cNvSpPr>
          <p:nvPr>
            <p:ph type="title"/>
          </p:nvPr>
        </p:nvSpPr>
        <p:spPr>
          <a:xfrm>
            <a:off x="2671165" y="281176"/>
            <a:ext cx="6413610" cy="916229"/>
          </a:xfrm>
        </p:spPr>
        <p:txBody>
          <a:bodyPr/>
          <a:lstStyle/>
          <a:p>
            <a:r>
              <a:rPr lang="en-IN" b="1" i="1" u="sng" dirty="0"/>
              <a:t>CONCLUSION</a:t>
            </a:r>
          </a:p>
        </p:txBody>
      </p:sp>
      <p:sp>
        <p:nvSpPr>
          <p:cNvPr id="3" name="Content Placeholder 2">
            <a:extLst>
              <a:ext uri="{FF2B5EF4-FFF2-40B4-BE49-F238E27FC236}">
                <a16:creationId xmlns:a16="http://schemas.microsoft.com/office/drawing/2014/main" xmlns="" id="{CECB8506-4176-C293-C46C-6A90A2BB676F}"/>
              </a:ext>
            </a:extLst>
          </p:cNvPr>
          <p:cNvSpPr>
            <a:spLocks noGrp="1"/>
          </p:cNvSpPr>
          <p:nvPr>
            <p:ph idx="1"/>
          </p:nvPr>
        </p:nvSpPr>
        <p:spPr>
          <a:xfrm>
            <a:off x="2434130" y="1121052"/>
            <a:ext cx="5955495" cy="2901395"/>
          </a:xfrm>
        </p:spPr>
        <p:txBody>
          <a:bodyPr>
            <a:normAutofit fontScale="92500" lnSpcReduction="20000"/>
          </a:bodyPr>
          <a:lstStyle/>
          <a:p>
            <a:pPr marL="0" indent="0">
              <a:buNone/>
            </a:pPr>
            <a:r>
              <a:rPr lang="en-US" sz="3600" dirty="0">
                <a:latin typeface="Microsoft Himalaya" panose="01010100010101010101" pitchFamily="2" charset="0"/>
                <a:ea typeface="Microsoft Himalaya" panose="01010100010101010101" pitchFamily="2" charset="0"/>
                <a:cs typeface="Microsoft Himalaya" panose="01010100010101010101" pitchFamily="2" charset="0"/>
              </a:rPr>
              <a:t>W</a:t>
            </a:r>
            <a:r>
              <a:rPr lang="en-US" sz="3600" b="0" i="0" dirty="0">
                <a:effectLst/>
                <a:latin typeface="Microsoft Himalaya" panose="01010100010101010101" pitchFamily="2" charset="0"/>
                <a:ea typeface="Microsoft Himalaya" panose="01010100010101010101" pitchFamily="2" charset="0"/>
                <a:cs typeface="Microsoft Himalaya" panose="01010100010101010101" pitchFamily="2" charset="0"/>
              </a:rPr>
              <a:t>e can say that Cyber Crime is a dangerous offense to someone’s privacy or any material. </a:t>
            </a:r>
          </a:p>
          <a:p>
            <a:pPr marL="0" indent="0">
              <a:buNone/>
            </a:pPr>
            <a:r>
              <a:rPr lang="en-US" sz="3600" b="0" i="0" dirty="0">
                <a:effectLst/>
                <a:latin typeface="Microsoft Himalaya" panose="01010100010101010101" pitchFamily="2" charset="0"/>
                <a:ea typeface="Microsoft Himalaya" panose="01010100010101010101" pitchFamily="2" charset="0"/>
                <a:cs typeface="Microsoft Himalaya" panose="01010100010101010101" pitchFamily="2" charset="0"/>
              </a:rPr>
              <a:t>Also, we can avoid Cyber Crime by following some basic logical things and using our common sense. Above all, Cyber Crime is a violation of not only law but of human rights too.</a:t>
            </a:r>
            <a:endParaRPr lang="en-IN" sz="36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5" name="Picture 4">
            <a:extLst>
              <a:ext uri="{FF2B5EF4-FFF2-40B4-BE49-F238E27FC236}">
                <a16:creationId xmlns:a16="http://schemas.microsoft.com/office/drawing/2014/main" xmlns="" id="{1D5AB170-6DDA-F0A9-5645-664117965D94}"/>
              </a:ext>
            </a:extLst>
          </p:cNvPr>
          <p:cNvPicPr>
            <a:picLocks noChangeAspect="1"/>
          </p:cNvPicPr>
          <p:nvPr/>
        </p:nvPicPr>
        <p:blipFill rotWithShape="1">
          <a:blip r:embed="rId3">
            <a:extLst>
              <a:ext uri="{28A0092B-C50C-407E-A947-70E740481C1C}">
                <a14:useLocalDpi xmlns:a14="http://schemas.microsoft.com/office/drawing/2010/main" xmlns="" val="0"/>
              </a:ext>
            </a:extLst>
          </a:blip>
          <a:srcRect l="16700" t="22167" r="13160" b="28846"/>
          <a:stretch/>
        </p:blipFill>
        <p:spPr>
          <a:xfrm>
            <a:off x="2636911" y="3601544"/>
            <a:ext cx="3206805" cy="1221638"/>
          </a:xfrm>
          <a:prstGeom prst="rect">
            <a:avLst/>
          </a:prstGeom>
        </p:spPr>
      </p:pic>
    </p:spTree>
    <p:extLst>
      <p:ext uri="{BB962C8B-B14F-4D97-AF65-F5344CB8AC3E}">
        <p14:creationId xmlns:p14="http://schemas.microsoft.com/office/powerpoint/2010/main" xmlns="" val="4058579366"/>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4"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DFB6198-CFE3-84AF-9A28-B4831E56C172}"/>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586835" y="1041576"/>
            <a:ext cx="3817625" cy="2414566"/>
          </a:xfrm>
          <a:prstGeom prst="rect">
            <a:avLst/>
          </a:prstGeom>
        </p:spPr>
      </p:pic>
      <p:pic>
        <p:nvPicPr>
          <p:cNvPr id="10" name="Picture 9">
            <a:extLst>
              <a:ext uri="{FF2B5EF4-FFF2-40B4-BE49-F238E27FC236}">
                <a16:creationId xmlns:a16="http://schemas.microsoft.com/office/drawing/2014/main" xmlns="" id="{31CDF982-BA11-6CD1-59FA-96447A4BB1DB}"/>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862575" y="739290"/>
            <a:ext cx="2121492" cy="2446404"/>
          </a:xfrm>
          <a:prstGeom prst="rect">
            <a:avLst/>
          </a:prstGeom>
        </p:spPr>
      </p:pic>
      <p:sp>
        <p:nvSpPr>
          <p:cNvPr id="11" name="TextBox 10">
            <a:extLst>
              <a:ext uri="{FF2B5EF4-FFF2-40B4-BE49-F238E27FC236}">
                <a16:creationId xmlns:a16="http://schemas.microsoft.com/office/drawing/2014/main" xmlns="" id="{D51708F8-FC2C-431F-31B0-89216C1BDCD5}"/>
              </a:ext>
            </a:extLst>
          </p:cNvPr>
          <p:cNvSpPr txBox="1"/>
          <p:nvPr/>
        </p:nvSpPr>
        <p:spPr>
          <a:xfrm>
            <a:off x="4495647" y="3487980"/>
            <a:ext cx="5955495" cy="261610"/>
          </a:xfrm>
          <a:prstGeom prst="rect">
            <a:avLst/>
          </a:prstGeom>
          <a:noFill/>
        </p:spPr>
        <p:txBody>
          <a:bodyPr wrap="square" rtlCol="0">
            <a:spAutoFit/>
          </a:bodyPr>
          <a:lstStyle/>
          <a:p>
            <a:r>
              <a:rPr lang="en-IN" sz="1100" i="1" u="sng" dirty="0">
                <a:solidFill>
                  <a:schemeClr val="bg1"/>
                </a:solidFill>
              </a:rPr>
              <a:t>This presentation designed by: </a:t>
            </a:r>
            <a:r>
              <a:rPr lang="en-IN" sz="1100" b="1" i="1" u="sng" dirty="0">
                <a:solidFill>
                  <a:schemeClr val="bg1"/>
                </a:solidFill>
              </a:rPr>
              <a:t>Shagun</a:t>
            </a:r>
            <a:r>
              <a:rPr lang="en-IN" sz="1100" i="1" u="sng" dirty="0">
                <a:solidFill>
                  <a:schemeClr val="bg1"/>
                </a:solidFill>
              </a:rPr>
              <a:t> &amp; </a:t>
            </a:r>
            <a:r>
              <a:rPr lang="en-IN" sz="1100" b="1" i="1" u="sng" dirty="0">
                <a:solidFill>
                  <a:schemeClr val="bg1"/>
                </a:solidFill>
              </a:rPr>
              <a:t>Suruchi</a:t>
            </a:r>
          </a:p>
        </p:txBody>
      </p:sp>
    </p:spTree>
    <p:extLst>
      <p:ext uri="{BB962C8B-B14F-4D97-AF65-F5344CB8AC3E}">
        <p14:creationId xmlns:p14="http://schemas.microsoft.com/office/powerpoint/2010/main" xmlns="" val="3674747014"/>
      </p:ext>
    </p:extLst>
  </p:cSld>
  <p:clrMapOvr>
    <a:masterClrMapping/>
  </p:clrMapOvr>
  <mc:AlternateContent xmlns:mc="http://schemas.openxmlformats.org/markup-compatibility/2006">
    <mc:Choice xmlns:p14="http://schemas.microsoft.com/office/powerpoint/2010/main" xmlns="" Requires="p14">
      <p:transition spd="slow" p14:dur="3400">
        <p14:reveal/>
        <p:sndAc>
          <p:stSnd>
            <p:snd r:embed="rId5" name="suction.wav"/>
          </p:stSnd>
        </p:sndAc>
      </p:transition>
    </mc:Choice>
    <mc:Fallback>
      <p:transition spd="slow">
        <p:fade/>
        <p:sndAc>
          <p:stSnd>
            <p:snd r:embed="rId2" name="suction.wav"/>
          </p:stSnd>
        </p:sndAc>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326</Words>
  <Application>Microsoft Office PowerPoint</Application>
  <PresentationFormat>On-screen Show (16:9)</PresentationFormat>
  <Paragraphs>34</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CYBER CRIME </vt:lpstr>
      <vt:lpstr>INTRODUCTION</vt:lpstr>
      <vt:lpstr>DEFINING CYBER CRIME</vt:lpstr>
      <vt:lpstr>TYPES OF CYBER CRIMES</vt:lpstr>
      <vt:lpstr>SAFETY TIPS FOR CYBER CRIME</vt:lpstr>
      <vt:lpstr>Slide 6</vt:lpstr>
      <vt:lpstr>ADVANTAGES OF CYBER SECURITY</vt:lpstr>
      <vt:lpstr>CONCLUSION</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2023-08-16T12:34:58Z</dcterms:modified>
</cp:coreProperties>
</file>